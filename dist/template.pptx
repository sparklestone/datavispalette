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3D3"/>
    <a:srgbClr val="818A98"/>
    <a:srgbClr val="BBBFC3"/>
    <a:srgbClr val="9FA5AD"/>
    <a:srgbClr val="000064"/>
    <a:srgbClr val="E24E4E"/>
    <a:srgbClr val="EC9C13"/>
    <a:srgbClr val="2DD264"/>
    <a:srgbClr val="DB2424"/>
    <a:srgbClr val="A26B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59"/>
    <p:restoredTop sz="94610"/>
  </p:normalViewPr>
  <p:slideViewPr>
    <p:cSldViewPr snapToGrid="0" snapToObjects="1">
      <p:cViewPr>
        <p:scale>
          <a:sx n="129" d="100"/>
          <a:sy n="129" d="100"/>
        </p:scale>
        <p:origin x="124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0D0DF2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C64-2741-9C8F-2D33C5511C6C}"/>
              </c:ext>
            </c:extLst>
          </c:dPt>
          <c:dPt>
            <c:idx val="1"/>
            <c:invertIfNegative val="0"/>
            <c:bubble3D val="0"/>
            <c:spPr>
              <a:solidFill>
                <a:srgbClr val="07846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C64-2741-9C8F-2D33C5511C6C}"/>
              </c:ext>
            </c:extLst>
          </c:dPt>
          <c:dPt>
            <c:idx val="2"/>
            <c:invertIfNegative val="0"/>
            <c:bubble3D val="0"/>
            <c:spPr>
              <a:solidFill>
                <a:srgbClr val="CF480B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4C64-2741-9C8F-2D33C5511C6C}"/>
              </c:ext>
            </c:extLst>
          </c:dPt>
          <c:dPt>
            <c:idx val="3"/>
            <c:invertIfNegative val="0"/>
            <c:bubble3D val="0"/>
            <c:spPr>
              <a:solidFill>
                <a:srgbClr val="D9264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4C64-2741-9C8F-2D33C5511C6C}"/>
              </c:ext>
            </c:extLst>
          </c:dPt>
          <c:dPt>
            <c:idx val="4"/>
            <c:invertIfNegative val="0"/>
            <c:bubble3D val="0"/>
            <c:spPr>
              <a:solidFill>
                <a:srgbClr val="AB49D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4C64-2741-9C8F-2D33C5511C6C}"/>
              </c:ext>
            </c:extLst>
          </c:dPt>
          <c:dPt>
            <c:idx val="5"/>
            <c:invertIfNegative val="0"/>
            <c:bubble3D val="0"/>
            <c:spPr>
              <a:solidFill>
                <a:srgbClr val="0F883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4C64-2741-9C8F-2D33C5511C6C}"/>
              </c:ext>
            </c:extLst>
          </c:dPt>
          <c:dPt>
            <c:idx val="6"/>
            <c:invertIfNegative val="0"/>
            <c:bubble3D val="0"/>
            <c:spPr>
              <a:solidFill>
                <a:srgbClr val="89761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4C64-2741-9C8F-2D33C5511C6C}"/>
              </c:ext>
            </c:extLst>
          </c:dPt>
          <c:dPt>
            <c:idx val="7"/>
            <c:invertIfNegative val="0"/>
            <c:bubble3D val="0"/>
            <c:spPr>
              <a:solidFill>
                <a:srgbClr val="DB0C99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4C64-2741-9C8F-2D33C5511C6C}"/>
              </c:ext>
            </c:extLst>
          </c:dPt>
          <c:dPt>
            <c:idx val="8"/>
            <c:invertIfNegative val="0"/>
            <c:bubble3D val="0"/>
            <c:spPr>
              <a:solidFill>
                <a:srgbClr val="3974C6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4C64-2741-9C8F-2D33C5511C6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</c:v>
                </c:pt>
                <c:pt idx="1">
                  <c:v>54</c:v>
                </c:pt>
                <c:pt idx="2">
                  <c:v>71</c:v>
                </c:pt>
                <c:pt idx="3">
                  <c:v>38</c:v>
                </c:pt>
                <c:pt idx="4">
                  <c:v>63</c:v>
                </c:pt>
                <c:pt idx="5">
                  <c:v>47</c:v>
                </c:pt>
                <c:pt idx="6">
                  <c:v>29</c:v>
                </c:pt>
                <c:pt idx="7">
                  <c:v>55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C64-2741-9C8F-2D33C5511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75983025130867"/>
          <c:y val="7.7557208850959694E-2"/>
          <c:w val="0.84488558229808064"/>
          <c:h val="0.8448855822980806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chemeClr val="bg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0DF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1B-394B-AD2A-A08524FEE651}"/>
              </c:ext>
            </c:extLst>
          </c:dPt>
          <c:dPt>
            <c:idx val="1"/>
            <c:bubble3D val="0"/>
            <c:spPr>
              <a:solidFill>
                <a:srgbClr val="07846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81B-394B-AD2A-A08524FEE651}"/>
              </c:ext>
            </c:extLst>
          </c:dPt>
          <c:dPt>
            <c:idx val="2"/>
            <c:bubble3D val="0"/>
            <c:spPr>
              <a:solidFill>
                <a:srgbClr val="CF480B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81B-394B-AD2A-A08524FEE651}"/>
              </c:ext>
            </c:extLst>
          </c:dPt>
          <c:dPt>
            <c:idx val="3"/>
            <c:bubble3D val="0"/>
            <c:spPr>
              <a:solidFill>
                <a:srgbClr val="D9264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81B-394B-AD2A-A08524FEE651}"/>
              </c:ext>
            </c:extLst>
          </c:dPt>
          <c:dPt>
            <c:idx val="4"/>
            <c:bubble3D val="0"/>
            <c:spPr>
              <a:solidFill>
                <a:srgbClr val="AB49D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81B-394B-AD2A-A08524FEE651}"/>
              </c:ext>
            </c:extLst>
          </c:dPt>
          <c:dPt>
            <c:idx val="5"/>
            <c:bubble3D val="0"/>
            <c:spPr>
              <a:solidFill>
                <a:srgbClr val="0F883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81B-394B-AD2A-A08524FEE651}"/>
              </c:ext>
            </c:extLst>
          </c:dPt>
          <c:dPt>
            <c:idx val="6"/>
            <c:bubble3D val="0"/>
            <c:spPr>
              <a:solidFill>
                <a:srgbClr val="89761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81B-394B-AD2A-A08524FEE651}"/>
              </c:ext>
            </c:extLst>
          </c:dPt>
          <c:dPt>
            <c:idx val="7"/>
            <c:bubble3D val="0"/>
            <c:spPr>
              <a:solidFill>
                <a:srgbClr val="DB0C99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081B-394B-AD2A-A08524FEE651}"/>
              </c:ext>
            </c:extLst>
          </c:dPt>
          <c:dPt>
            <c:idx val="8"/>
            <c:bubble3D val="0"/>
            <c:spPr>
              <a:solidFill>
                <a:srgbClr val="3974C6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081B-394B-AD2A-A08524FEE65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81B-394B-AD2A-A08524FEE6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0D0DF2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C64-2741-9C8F-2D33C5511C6C}"/>
              </c:ext>
            </c:extLst>
          </c:dPt>
          <c:dPt>
            <c:idx val="1"/>
            <c:invertIfNegative val="0"/>
            <c:bubble3D val="0"/>
            <c:spPr>
              <a:solidFill>
                <a:srgbClr val="07846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C64-2741-9C8F-2D33C5511C6C}"/>
              </c:ext>
            </c:extLst>
          </c:dPt>
          <c:dPt>
            <c:idx val="2"/>
            <c:invertIfNegative val="0"/>
            <c:bubble3D val="0"/>
            <c:spPr>
              <a:solidFill>
                <a:srgbClr val="CF480B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4C64-2741-9C8F-2D33C5511C6C}"/>
              </c:ext>
            </c:extLst>
          </c:dPt>
          <c:dPt>
            <c:idx val="3"/>
            <c:invertIfNegative val="0"/>
            <c:bubble3D val="0"/>
            <c:spPr>
              <a:solidFill>
                <a:srgbClr val="D9264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4C64-2741-9C8F-2D33C5511C6C}"/>
              </c:ext>
            </c:extLst>
          </c:dPt>
          <c:dPt>
            <c:idx val="4"/>
            <c:invertIfNegative val="0"/>
            <c:bubble3D val="0"/>
            <c:spPr>
              <a:solidFill>
                <a:srgbClr val="AB49D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4C64-2741-9C8F-2D33C5511C6C}"/>
              </c:ext>
            </c:extLst>
          </c:dPt>
          <c:dPt>
            <c:idx val="5"/>
            <c:invertIfNegative val="0"/>
            <c:bubble3D val="0"/>
            <c:spPr>
              <a:solidFill>
                <a:srgbClr val="0F883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4C64-2741-9C8F-2D33C5511C6C}"/>
              </c:ext>
            </c:extLst>
          </c:dPt>
          <c:dPt>
            <c:idx val="6"/>
            <c:invertIfNegative val="0"/>
            <c:bubble3D val="0"/>
            <c:spPr>
              <a:solidFill>
                <a:srgbClr val="89761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4C64-2741-9C8F-2D33C5511C6C}"/>
              </c:ext>
            </c:extLst>
          </c:dPt>
          <c:dPt>
            <c:idx val="7"/>
            <c:invertIfNegative val="0"/>
            <c:bubble3D val="0"/>
            <c:spPr>
              <a:solidFill>
                <a:srgbClr val="DB0C99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4C64-2741-9C8F-2D33C5511C6C}"/>
              </c:ext>
            </c:extLst>
          </c:dPt>
          <c:dPt>
            <c:idx val="8"/>
            <c:invertIfNegative val="0"/>
            <c:bubble3D val="0"/>
            <c:spPr>
              <a:solidFill>
                <a:srgbClr val="3974C6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4C64-2741-9C8F-2D33C5511C6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</c:v>
                </c:pt>
                <c:pt idx="1">
                  <c:v>54</c:v>
                </c:pt>
                <c:pt idx="2">
                  <c:v>71</c:v>
                </c:pt>
                <c:pt idx="3">
                  <c:v>38</c:v>
                </c:pt>
                <c:pt idx="4">
                  <c:v>63</c:v>
                </c:pt>
                <c:pt idx="5">
                  <c:v>47</c:v>
                </c:pt>
                <c:pt idx="6">
                  <c:v>29</c:v>
                </c:pt>
                <c:pt idx="7">
                  <c:v>55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C64-2741-9C8F-2D33C5511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75983025130867"/>
          <c:y val="7.7557208850959694E-2"/>
          <c:w val="0.84488558229808064"/>
          <c:h val="0.8448855822980806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chemeClr val="bg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0DF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1B-394B-AD2A-A08524FEE651}"/>
              </c:ext>
            </c:extLst>
          </c:dPt>
          <c:dPt>
            <c:idx val="1"/>
            <c:bubble3D val="0"/>
            <c:spPr>
              <a:solidFill>
                <a:srgbClr val="07846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81B-394B-AD2A-A08524FEE651}"/>
              </c:ext>
            </c:extLst>
          </c:dPt>
          <c:dPt>
            <c:idx val="2"/>
            <c:bubble3D val="0"/>
            <c:spPr>
              <a:solidFill>
                <a:srgbClr val="CF480B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81B-394B-AD2A-A08524FEE651}"/>
              </c:ext>
            </c:extLst>
          </c:dPt>
          <c:dPt>
            <c:idx val="3"/>
            <c:bubble3D val="0"/>
            <c:spPr>
              <a:solidFill>
                <a:srgbClr val="D9264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81B-394B-AD2A-A08524FEE651}"/>
              </c:ext>
            </c:extLst>
          </c:dPt>
          <c:dPt>
            <c:idx val="4"/>
            <c:bubble3D val="0"/>
            <c:spPr>
              <a:solidFill>
                <a:srgbClr val="AB49D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81B-394B-AD2A-A08524FEE651}"/>
              </c:ext>
            </c:extLst>
          </c:dPt>
          <c:dPt>
            <c:idx val="5"/>
            <c:bubble3D val="0"/>
            <c:spPr>
              <a:solidFill>
                <a:srgbClr val="0F8835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81B-394B-AD2A-A08524FEE651}"/>
              </c:ext>
            </c:extLst>
          </c:dPt>
          <c:dPt>
            <c:idx val="6"/>
            <c:bubble3D val="0"/>
            <c:spPr>
              <a:solidFill>
                <a:srgbClr val="89761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81B-394B-AD2A-A08524FEE651}"/>
              </c:ext>
            </c:extLst>
          </c:dPt>
          <c:dPt>
            <c:idx val="7"/>
            <c:bubble3D val="0"/>
            <c:spPr>
              <a:solidFill>
                <a:srgbClr val="DB0C99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081B-394B-AD2A-A08524FEE651}"/>
              </c:ext>
            </c:extLst>
          </c:dPt>
          <c:dPt>
            <c:idx val="8"/>
            <c:bubble3D val="0"/>
            <c:spPr>
              <a:solidFill>
                <a:srgbClr val="3974C6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081B-394B-AD2A-A08524FEE65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81B-394B-AD2A-A08524FEE6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7070F7"/>
            </a:solidFill>
            <a:ln>
              <a:solidFill>
                <a:srgbClr val="000064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408-AA41-B633-897E7AD6FFF9}"/>
              </c:ext>
            </c:extLst>
          </c:dPt>
          <c:dPt>
            <c:idx val="1"/>
            <c:invertIfNegative val="0"/>
            <c:bubble3D val="0"/>
            <c:spPr>
              <a:solidFill>
                <a:srgbClr val="0DF2BA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408-AA41-B633-897E7AD6FFF9}"/>
              </c:ext>
            </c:extLst>
          </c:dPt>
          <c:dPt>
            <c:idx val="2"/>
            <c:invertIfNegative val="0"/>
            <c:bubble3D val="0"/>
            <c:spPr>
              <a:solidFill>
                <a:srgbClr val="F2540D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3408-AA41-B633-897E7AD6FFF9}"/>
              </c:ext>
            </c:extLst>
          </c:dPt>
          <c:dPt>
            <c:idx val="3"/>
            <c:invertIfNegative val="0"/>
            <c:bubble3D val="0"/>
            <c:spPr>
              <a:solidFill>
                <a:srgbClr val="E05065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3408-AA41-B633-897E7AD6FFF9}"/>
              </c:ext>
            </c:extLst>
          </c:dPt>
          <c:dPt>
            <c:idx val="4"/>
            <c:invertIfNegative val="0"/>
            <c:bubble3D val="0"/>
            <c:spPr>
              <a:solidFill>
                <a:srgbClr val="BD70DB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3408-AA41-B633-897E7AD6FFF9}"/>
              </c:ext>
            </c:extLst>
          </c:dPt>
          <c:dPt>
            <c:idx val="5"/>
            <c:invertIfNegative val="0"/>
            <c:bubble3D val="0"/>
            <c:spPr>
              <a:solidFill>
                <a:srgbClr val="19E65A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3408-AA41-B633-897E7AD6FFF9}"/>
              </c:ext>
            </c:extLst>
          </c:dPt>
          <c:dPt>
            <c:idx val="6"/>
            <c:invertIfNegative val="0"/>
            <c:bubble3D val="0"/>
            <c:spPr>
              <a:solidFill>
                <a:srgbClr val="DFBF20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3408-AA41-B633-897E7AD6FFF9}"/>
              </c:ext>
            </c:extLst>
          </c:dPt>
          <c:dPt>
            <c:idx val="7"/>
            <c:invertIfNegative val="0"/>
            <c:bubble3D val="0"/>
            <c:spPr>
              <a:solidFill>
                <a:srgbClr val="F20DA9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3408-AA41-B633-897E7AD6FFF9}"/>
              </c:ext>
            </c:extLst>
          </c:dPt>
          <c:dPt>
            <c:idx val="8"/>
            <c:invertIfNegative val="0"/>
            <c:bubble3D val="0"/>
            <c:spPr>
              <a:solidFill>
                <a:srgbClr val="5185CD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3408-AA41-B633-897E7AD6FF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rgbClr val="000064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</c:v>
                </c:pt>
                <c:pt idx="1">
                  <c:v>54</c:v>
                </c:pt>
                <c:pt idx="2">
                  <c:v>71</c:v>
                </c:pt>
                <c:pt idx="3">
                  <c:v>38</c:v>
                </c:pt>
                <c:pt idx="4">
                  <c:v>63</c:v>
                </c:pt>
                <c:pt idx="5">
                  <c:v>47</c:v>
                </c:pt>
                <c:pt idx="6">
                  <c:v>29</c:v>
                </c:pt>
                <c:pt idx="7">
                  <c:v>55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3408-AA41-B633-897E7AD6F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000064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70F7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22-3D40-9308-478B31229FAA}"/>
              </c:ext>
            </c:extLst>
          </c:dPt>
          <c:dPt>
            <c:idx val="1"/>
            <c:bubble3D val="0"/>
            <c:spPr>
              <a:solidFill>
                <a:srgbClr val="0DF2BA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22-3D40-9308-478B31229FAA}"/>
              </c:ext>
            </c:extLst>
          </c:dPt>
          <c:dPt>
            <c:idx val="2"/>
            <c:bubble3D val="0"/>
            <c:spPr>
              <a:solidFill>
                <a:srgbClr val="F2540D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622-3D40-9308-478B31229FAA}"/>
              </c:ext>
            </c:extLst>
          </c:dPt>
          <c:dPt>
            <c:idx val="3"/>
            <c:bubble3D val="0"/>
            <c:spPr>
              <a:solidFill>
                <a:srgbClr val="E05065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622-3D40-9308-478B31229FAA}"/>
              </c:ext>
            </c:extLst>
          </c:dPt>
          <c:dPt>
            <c:idx val="4"/>
            <c:bubble3D val="0"/>
            <c:spPr>
              <a:solidFill>
                <a:srgbClr val="BD70DB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622-3D40-9308-478B31229FAA}"/>
              </c:ext>
            </c:extLst>
          </c:dPt>
          <c:dPt>
            <c:idx val="5"/>
            <c:bubble3D val="0"/>
            <c:spPr>
              <a:solidFill>
                <a:srgbClr val="19E65A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622-3D40-9308-478B31229FAA}"/>
              </c:ext>
            </c:extLst>
          </c:dPt>
          <c:dPt>
            <c:idx val="6"/>
            <c:bubble3D val="0"/>
            <c:spPr>
              <a:solidFill>
                <a:srgbClr val="DFBF20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622-3D40-9308-478B31229FAA}"/>
              </c:ext>
            </c:extLst>
          </c:dPt>
          <c:dPt>
            <c:idx val="7"/>
            <c:bubble3D val="0"/>
            <c:spPr>
              <a:solidFill>
                <a:srgbClr val="F20DA9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7622-3D40-9308-478B31229FAA}"/>
              </c:ext>
            </c:extLst>
          </c:dPt>
          <c:dPt>
            <c:idx val="8"/>
            <c:bubble3D val="0"/>
            <c:spPr>
              <a:solidFill>
                <a:srgbClr val="5185CD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7622-3D40-9308-478B31229F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rgbClr val="000064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622-3D40-9308-478B31229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7070F7"/>
            </a:solidFill>
            <a:ln>
              <a:solidFill>
                <a:srgbClr val="000064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408-AA41-B633-897E7AD6FFF9}"/>
              </c:ext>
            </c:extLst>
          </c:dPt>
          <c:dPt>
            <c:idx val="1"/>
            <c:invertIfNegative val="0"/>
            <c:bubble3D val="0"/>
            <c:spPr>
              <a:solidFill>
                <a:srgbClr val="0DF2BA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408-AA41-B633-897E7AD6FFF9}"/>
              </c:ext>
            </c:extLst>
          </c:dPt>
          <c:dPt>
            <c:idx val="2"/>
            <c:invertIfNegative val="0"/>
            <c:bubble3D val="0"/>
            <c:spPr>
              <a:solidFill>
                <a:srgbClr val="F2540D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3408-AA41-B633-897E7AD6FFF9}"/>
              </c:ext>
            </c:extLst>
          </c:dPt>
          <c:dPt>
            <c:idx val="3"/>
            <c:invertIfNegative val="0"/>
            <c:bubble3D val="0"/>
            <c:spPr>
              <a:solidFill>
                <a:srgbClr val="E05065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3408-AA41-B633-897E7AD6FFF9}"/>
              </c:ext>
            </c:extLst>
          </c:dPt>
          <c:dPt>
            <c:idx val="4"/>
            <c:invertIfNegative val="0"/>
            <c:bubble3D val="0"/>
            <c:spPr>
              <a:solidFill>
                <a:srgbClr val="BD70DB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3408-AA41-B633-897E7AD6FFF9}"/>
              </c:ext>
            </c:extLst>
          </c:dPt>
          <c:dPt>
            <c:idx val="5"/>
            <c:invertIfNegative val="0"/>
            <c:bubble3D val="0"/>
            <c:spPr>
              <a:solidFill>
                <a:srgbClr val="19E65A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3408-AA41-B633-897E7AD6FFF9}"/>
              </c:ext>
            </c:extLst>
          </c:dPt>
          <c:dPt>
            <c:idx val="6"/>
            <c:invertIfNegative val="0"/>
            <c:bubble3D val="0"/>
            <c:spPr>
              <a:solidFill>
                <a:srgbClr val="DFBF20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3408-AA41-B633-897E7AD6FFF9}"/>
              </c:ext>
            </c:extLst>
          </c:dPt>
          <c:dPt>
            <c:idx val="7"/>
            <c:invertIfNegative val="0"/>
            <c:bubble3D val="0"/>
            <c:spPr>
              <a:solidFill>
                <a:srgbClr val="F20DA9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3408-AA41-B633-897E7AD6FFF9}"/>
              </c:ext>
            </c:extLst>
          </c:dPt>
          <c:dPt>
            <c:idx val="8"/>
            <c:invertIfNegative val="0"/>
            <c:bubble3D val="0"/>
            <c:spPr>
              <a:solidFill>
                <a:srgbClr val="5185CD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3408-AA41-B633-897E7AD6FF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rgbClr val="000064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</c:v>
                </c:pt>
                <c:pt idx="1">
                  <c:v>54</c:v>
                </c:pt>
                <c:pt idx="2">
                  <c:v>71</c:v>
                </c:pt>
                <c:pt idx="3">
                  <c:v>38</c:v>
                </c:pt>
                <c:pt idx="4">
                  <c:v>63</c:v>
                </c:pt>
                <c:pt idx="5">
                  <c:v>47</c:v>
                </c:pt>
                <c:pt idx="6">
                  <c:v>29</c:v>
                </c:pt>
                <c:pt idx="7">
                  <c:v>55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3408-AA41-B633-897E7AD6F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000064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70F7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22-3D40-9308-478B31229FAA}"/>
              </c:ext>
            </c:extLst>
          </c:dPt>
          <c:dPt>
            <c:idx val="1"/>
            <c:bubble3D val="0"/>
            <c:spPr>
              <a:solidFill>
                <a:srgbClr val="0DF2BA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22-3D40-9308-478B31229FAA}"/>
              </c:ext>
            </c:extLst>
          </c:dPt>
          <c:dPt>
            <c:idx val="2"/>
            <c:bubble3D val="0"/>
            <c:spPr>
              <a:solidFill>
                <a:srgbClr val="F2540D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622-3D40-9308-478B31229FAA}"/>
              </c:ext>
            </c:extLst>
          </c:dPt>
          <c:dPt>
            <c:idx val="3"/>
            <c:bubble3D val="0"/>
            <c:spPr>
              <a:solidFill>
                <a:srgbClr val="E05065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622-3D40-9308-478B31229FAA}"/>
              </c:ext>
            </c:extLst>
          </c:dPt>
          <c:dPt>
            <c:idx val="4"/>
            <c:bubble3D val="0"/>
            <c:spPr>
              <a:solidFill>
                <a:srgbClr val="BD70DB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622-3D40-9308-478B31229FAA}"/>
              </c:ext>
            </c:extLst>
          </c:dPt>
          <c:dPt>
            <c:idx val="5"/>
            <c:bubble3D val="0"/>
            <c:spPr>
              <a:solidFill>
                <a:srgbClr val="19E65A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622-3D40-9308-478B31229FAA}"/>
              </c:ext>
            </c:extLst>
          </c:dPt>
          <c:dPt>
            <c:idx val="6"/>
            <c:bubble3D val="0"/>
            <c:spPr>
              <a:solidFill>
                <a:srgbClr val="DFBF20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622-3D40-9308-478B31229FAA}"/>
              </c:ext>
            </c:extLst>
          </c:dPt>
          <c:dPt>
            <c:idx val="7"/>
            <c:bubble3D val="0"/>
            <c:spPr>
              <a:solidFill>
                <a:srgbClr val="F20DA9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7622-3D40-9308-478B31229FAA}"/>
              </c:ext>
            </c:extLst>
          </c:dPt>
          <c:dPt>
            <c:idx val="8"/>
            <c:bubble3D val="0"/>
            <c:spPr>
              <a:solidFill>
                <a:srgbClr val="5185CD"/>
              </a:solidFill>
              <a:ln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7622-3D40-9308-478B31229F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>
                    <a:solidFill>
                      <a:srgbClr val="000064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622-3D40-9308-478B31229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0D0DF2"/>
            </a:solidFill>
            <a:ln w="6350"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C64-2741-9C8F-2D33C5511C6C}"/>
              </c:ext>
            </c:extLst>
          </c:dPt>
          <c:dPt>
            <c:idx val="1"/>
            <c:invertIfNegative val="0"/>
            <c:bubble3D val="0"/>
            <c:spPr>
              <a:solidFill>
                <a:srgbClr val="07846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C64-2741-9C8F-2D33C5511C6C}"/>
              </c:ext>
            </c:extLst>
          </c:dPt>
          <c:dPt>
            <c:idx val="2"/>
            <c:invertIfNegative val="0"/>
            <c:bubble3D val="0"/>
            <c:spPr>
              <a:solidFill>
                <a:srgbClr val="CF480B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4C64-2741-9C8F-2D33C5511C6C}"/>
              </c:ext>
            </c:extLst>
          </c:dPt>
          <c:dPt>
            <c:idx val="3"/>
            <c:invertIfNegative val="0"/>
            <c:bubble3D val="0"/>
            <c:spPr>
              <a:solidFill>
                <a:srgbClr val="D92641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4C64-2741-9C8F-2D33C5511C6C}"/>
              </c:ext>
            </c:extLst>
          </c:dPt>
          <c:dPt>
            <c:idx val="4"/>
            <c:invertIfNegative val="0"/>
            <c:bubble3D val="0"/>
            <c:spPr>
              <a:solidFill>
                <a:srgbClr val="AB49D1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4C64-2741-9C8F-2D33C5511C6C}"/>
              </c:ext>
            </c:extLst>
          </c:dPt>
          <c:dPt>
            <c:idx val="5"/>
            <c:invertIfNegative val="0"/>
            <c:bubble3D val="0"/>
            <c:spPr>
              <a:solidFill>
                <a:srgbClr val="0F883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4C64-2741-9C8F-2D33C5511C6C}"/>
              </c:ext>
            </c:extLst>
          </c:dPt>
          <c:dPt>
            <c:idx val="6"/>
            <c:invertIfNegative val="0"/>
            <c:bubble3D val="0"/>
            <c:spPr>
              <a:solidFill>
                <a:srgbClr val="897614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4C64-2741-9C8F-2D33C5511C6C}"/>
              </c:ext>
            </c:extLst>
          </c:dPt>
          <c:dPt>
            <c:idx val="7"/>
            <c:invertIfNegative val="0"/>
            <c:bubble3D val="0"/>
            <c:spPr>
              <a:solidFill>
                <a:srgbClr val="DB0C99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4C64-2741-9C8F-2D33C5511C6C}"/>
              </c:ext>
            </c:extLst>
          </c:dPt>
          <c:dPt>
            <c:idx val="8"/>
            <c:invertIfNegative val="0"/>
            <c:bubble3D val="0"/>
            <c:spPr>
              <a:solidFill>
                <a:srgbClr val="3974C6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4C64-2741-9C8F-2D33C5511C6C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</c:v>
                </c:pt>
                <c:pt idx="1">
                  <c:v>54</c:v>
                </c:pt>
                <c:pt idx="2">
                  <c:v>71</c:v>
                </c:pt>
                <c:pt idx="3">
                  <c:v>38</c:v>
                </c:pt>
                <c:pt idx="4">
                  <c:v>63</c:v>
                </c:pt>
                <c:pt idx="5">
                  <c:v>47</c:v>
                </c:pt>
                <c:pt idx="6">
                  <c:v>29</c:v>
                </c:pt>
                <c:pt idx="7">
                  <c:v>55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C64-2741-9C8F-2D33C5511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8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75983025130867"/>
          <c:y val="7.7557208850959694E-2"/>
          <c:w val="0.84488558229808064"/>
          <c:h val="0.8448855822980806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0DF2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1B-394B-AD2A-A08524FEE651}"/>
              </c:ext>
            </c:extLst>
          </c:dPt>
          <c:dPt>
            <c:idx val="1"/>
            <c:bubble3D val="0"/>
            <c:spPr>
              <a:solidFill>
                <a:srgbClr val="07846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81B-394B-AD2A-A08524FEE651}"/>
              </c:ext>
            </c:extLst>
          </c:dPt>
          <c:dPt>
            <c:idx val="2"/>
            <c:bubble3D val="0"/>
            <c:spPr>
              <a:solidFill>
                <a:srgbClr val="CF480B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81B-394B-AD2A-A08524FEE651}"/>
              </c:ext>
            </c:extLst>
          </c:dPt>
          <c:dPt>
            <c:idx val="3"/>
            <c:bubble3D val="0"/>
            <c:spPr>
              <a:solidFill>
                <a:srgbClr val="D92641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81B-394B-AD2A-A08524FEE651}"/>
              </c:ext>
            </c:extLst>
          </c:dPt>
          <c:dPt>
            <c:idx val="4"/>
            <c:bubble3D val="0"/>
            <c:spPr>
              <a:solidFill>
                <a:srgbClr val="AB49D1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81B-394B-AD2A-A08524FEE651}"/>
              </c:ext>
            </c:extLst>
          </c:dPt>
          <c:dPt>
            <c:idx val="5"/>
            <c:bubble3D val="0"/>
            <c:spPr>
              <a:solidFill>
                <a:srgbClr val="0F883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81B-394B-AD2A-A08524FEE651}"/>
              </c:ext>
            </c:extLst>
          </c:dPt>
          <c:dPt>
            <c:idx val="6"/>
            <c:bubble3D val="0"/>
            <c:spPr>
              <a:solidFill>
                <a:srgbClr val="897614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81B-394B-AD2A-A08524FEE651}"/>
              </c:ext>
            </c:extLst>
          </c:dPt>
          <c:dPt>
            <c:idx val="7"/>
            <c:bubble3D val="0"/>
            <c:spPr>
              <a:solidFill>
                <a:srgbClr val="DB0C99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081B-394B-AD2A-A08524FEE651}"/>
              </c:ext>
            </c:extLst>
          </c:dPt>
          <c:dPt>
            <c:idx val="8"/>
            <c:bubble3D val="0"/>
            <c:spPr>
              <a:solidFill>
                <a:srgbClr val="3974C6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081B-394B-AD2A-A08524FEE651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81B-394B-AD2A-A08524FEE6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8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0D0DF2"/>
            </a:solidFill>
            <a:ln w="6350"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C64-2741-9C8F-2D33C5511C6C}"/>
              </c:ext>
            </c:extLst>
          </c:dPt>
          <c:dPt>
            <c:idx val="1"/>
            <c:invertIfNegative val="0"/>
            <c:bubble3D val="0"/>
            <c:spPr>
              <a:solidFill>
                <a:srgbClr val="07846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C64-2741-9C8F-2D33C5511C6C}"/>
              </c:ext>
            </c:extLst>
          </c:dPt>
          <c:dPt>
            <c:idx val="2"/>
            <c:invertIfNegative val="0"/>
            <c:bubble3D val="0"/>
            <c:spPr>
              <a:solidFill>
                <a:srgbClr val="CF480B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4C64-2741-9C8F-2D33C5511C6C}"/>
              </c:ext>
            </c:extLst>
          </c:dPt>
          <c:dPt>
            <c:idx val="3"/>
            <c:invertIfNegative val="0"/>
            <c:bubble3D val="0"/>
            <c:spPr>
              <a:solidFill>
                <a:srgbClr val="D92641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4C64-2741-9C8F-2D33C5511C6C}"/>
              </c:ext>
            </c:extLst>
          </c:dPt>
          <c:dPt>
            <c:idx val="4"/>
            <c:invertIfNegative val="0"/>
            <c:bubble3D val="0"/>
            <c:spPr>
              <a:solidFill>
                <a:srgbClr val="AB49D1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4C64-2741-9C8F-2D33C5511C6C}"/>
              </c:ext>
            </c:extLst>
          </c:dPt>
          <c:dPt>
            <c:idx val="5"/>
            <c:invertIfNegative val="0"/>
            <c:bubble3D val="0"/>
            <c:spPr>
              <a:solidFill>
                <a:srgbClr val="0F883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4C64-2741-9C8F-2D33C5511C6C}"/>
              </c:ext>
            </c:extLst>
          </c:dPt>
          <c:dPt>
            <c:idx val="6"/>
            <c:invertIfNegative val="0"/>
            <c:bubble3D val="0"/>
            <c:spPr>
              <a:solidFill>
                <a:srgbClr val="897614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4C64-2741-9C8F-2D33C5511C6C}"/>
              </c:ext>
            </c:extLst>
          </c:dPt>
          <c:dPt>
            <c:idx val="7"/>
            <c:invertIfNegative val="0"/>
            <c:bubble3D val="0"/>
            <c:spPr>
              <a:solidFill>
                <a:srgbClr val="DB0C99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4C64-2741-9C8F-2D33C5511C6C}"/>
              </c:ext>
            </c:extLst>
          </c:dPt>
          <c:dPt>
            <c:idx val="8"/>
            <c:invertIfNegative val="0"/>
            <c:bubble3D val="0"/>
            <c:spPr>
              <a:solidFill>
                <a:srgbClr val="3974C6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4C64-2741-9C8F-2D33C5511C6C}"/>
              </c:ext>
            </c:extLst>
          </c:dPt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</c:v>
                </c:pt>
                <c:pt idx="1">
                  <c:v>54</c:v>
                </c:pt>
                <c:pt idx="2">
                  <c:v>71</c:v>
                </c:pt>
                <c:pt idx="3">
                  <c:v>38</c:v>
                </c:pt>
                <c:pt idx="4">
                  <c:v>63</c:v>
                </c:pt>
                <c:pt idx="5">
                  <c:v>47</c:v>
                </c:pt>
                <c:pt idx="6">
                  <c:v>29</c:v>
                </c:pt>
                <c:pt idx="7">
                  <c:v>55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C64-2741-9C8F-2D33C5511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8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75983025130867"/>
          <c:y val="7.7557208850959694E-2"/>
          <c:w val="0.84488558229808064"/>
          <c:h val="0.8448855822980806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0DF2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1B-394B-AD2A-A08524FEE651}"/>
              </c:ext>
            </c:extLst>
          </c:dPt>
          <c:dPt>
            <c:idx val="1"/>
            <c:bubble3D val="0"/>
            <c:spPr>
              <a:solidFill>
                <a:srgbClr val="07846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81B-394B-AD2A-A08524FEE651}"/>
              </c:ext>
            </c:extLst>
          </c:dPt>
          <c:dPt>
            <c:idx val="2"/>
            <c:bubble3D val="0"/>
            <c:spPr>
              <a:solidFill>
                <a:srgbClr val="CF480B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81B-394B-AD2A-A08524FEE651}"/>
              </c:ext>
            </c:extLst>
          </c:dPt>
          <c:dPt>
            <c:idx val="3"/>
            <c:bubble3D val="0"/>
            <c:spPr>
              <a:solidFill>
                <a:srgbClr val="D92641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81B-394B-AD2A-A08524FEE651}"/>
              </c:ext>
            </c:extLst>
          </c:dPt>
          <c:dPt>
            <c:idx val="4"/>
            <c:bubble3D val="0"/>
            <c:spPr>
              <a:solidFill>
                <a:srgbClr val="AB49D1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81B-394B-AD2A-A08524FEE651}"/>
              </c:ext>
            </c:extLst>
          </c:dPt>
          <c:dPt>
            <c:idx val="5"/>
            <c:bubble3D val="0"/>
            <c:spPr>
              <a:solidFill>
                <a:srgbClr val="0F8835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81B-394B-AD2A-A08524FEE651}"/>
              </c:ext>
            </c:extLst>
          </c:dPt>
          <c:dPt>
            <c:idx val="6"/>
            <c:bubble3D val="0"/>
            <c:spPr>
              <a:solidFill>
                <a:srgbClr val="897614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081B-394B-AD2A-A08524FEE651}"/>
              </c:ext>
            </c:extLst>
          </c:dPt>
          <c:dPt>
            <c:idx val="7"/>
            <c:bubble3D val="0"/>
            <c:spPr>
              <a:solidFill>
                <a:srgbClr val="DB0C99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081B-394B-AD2A-A08524FEE651}"/>
              </c:ext>
            </c:extLst>
          </c:dPt>
          <c:dPt>
            <c:idx val="8"/>
            <c:bubble3D val="0"/>
            <c:spPr>
              <a:solidFill>
                <a:srgbClr val="3974C6"/>
              </a:solidFill>
              <a:ln w="63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081B-394B-AD2A-A08524FEE651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81B-394B-AD2A-A08524FEE6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800"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7070F7"/>
            </a:solidFill>
            <a:ln w="6350">
              <a:solidFill>
                <a:srgbClr val="000064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C31-8B4F-8630-09AFF1582F49}"/>
              </c:ext>
            </c:extLst>
          </c:dPt>
          <c:dPt>
            <c:idx val="1"/>
            <c:invertIfNegative val="0"/>
            <c:bubble3D val="0"/>
            <c:spPr>
              <a:solidFill>
                <a:srgbClr val="0DF2BA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C31-8B4F-8630-09AFF1582F49}"/>
              </c:ext>
            </c:extLst>
          </c:dPt>
          <c:dPt>
            <c:idx val="2"/>
            <c:invertIfNegative val="0"/>
            <c:bubble3D val="0"/>
            <c:spPr>
              <a:solidFill>
                <a:srgbClr val="F2540D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BC31-8B4F-8630-09AFF1582F49}"/>
              </c:ext>
            </c:extLst>
          </c:dPt>
          <c:dPt>
            <c:idx val="3"/>
            <c:invertIfNegative val="0"/>
            <c:bubble3D val="0"/>
            <c:spPr>
              <a:solidFill>
                <a:srgbClr val="E05065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BC31-8B4F-8630-09AFF1582F49}"/>
              </c:ext>
            </c:extLst>
          </c:dPt>
          <c:dPt>
            <c:idx val="4"/>
            <c:invertIfNegative val="0"/>
            <c:bubble3D val="0"/>
            <c:spPr>
              <a:solidFill>
                <a:srgbClr val="BD70DB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BC31-8B4F-8630-09AFF1582F49}"/>
              </c:ext>
            </c:extLst>
          </c:dPt>
          <c:dPt>
            <c:idx val="5"/>
            <c:invertIfNegative val="0"/>
            <c:bubble3D val="0"/>
            <c:spPr>
              <a:solidFill>
                <a:srgbClr val="19E65A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BC31-8B4F-8630-09AFF1582F49}"/>
              </c:ext>
            </c:extLst>
          </c:dPt>
          <c:dPt>
            <c:idx val="6"/>
            <c:invertIfNegative val="0"/>
            <c:bubble3D val="0"/>
            <c:spPr>
              <a:solidFill>
                <a:srgbClr val="DFBF20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BC31-8B4F-8630-09AFF1582F49}"/>
              </c:ext>
            </c:extLst>
          </c:dPt>
          <c:dPt>
            <c:idx val="7"/>
            <c:invertIfNegative val="0"/>
            <c:bubble3D val="0"/>
            <c:spPr>
              <a:solidFill>
                <a:srgbClr val="F20DA9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BC31-8B4F-8630-09AFF1582F49}"/>
              </c:ext>
            </c:extLst>
          </c:dPt>
          <c:dPt>
            <c:idx val="8"/>
            <c:invertIfNegative val="0"/>
            <c:bubble3D val="0"/>
            <c:spPr>
              <a:solidFill>
                <a:srgbClr val="5185CD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BC31-8B4F-8630-09AFF1582F4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solidFill>
                      <a:srgbClr val="000064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</c:v>
                </c:pt>
                <c:pt idx="1">
                  <c:v>54</c:v>
                </c:pt>
                <c:pt idx="2">
                  <c:v>71</c:v>
                </c:pt>
                <c:pt idx="3">
                  <c:v>38</c:v>
                </c:pt>
                <c:pt idx="4">
                  <c:v>63</c:v>
                </c:pt>
                <c:pt idx="5">
                  <c:v>47</c:v>
                </c:pt>
                <c:pt idx="6">
                  <c:v>29</c:v>
                </c:pt>
                <c:pt idx="7">
                  <c:v>55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BC31-8B4F-8630-09AFF1582F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000064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70F7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9D-DC46-A32F-639D344A8382}"/>
              </c:ext>
            </c:extLst>
          </c:dPt>
          <c:dPt>
            <c:idx val="1"/>
            <c:bubble3D val="0"/>
            <c:spPr>
              <a:solidFill>
                <a:srgbClr val="0DF2BA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9D-DC46-A32F-639D344A8382}"/>
              </c:ext>
            </c:extLst>
          </c:dPt>
          <c:dPt>
            <c:idx val="2"/>
            <c:bubble3D val="0"/>
            <c:spPr>
              <a:solidFill>
                <a:srgbClr val="F2540D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9D-DC46-A32F-639D344A8382}"/>
              </c:ext>
            </c:extLst>
          </c:dPt>
          <c:dPt>
            <c:idx val="3"/>
            <c:bubble3D val="0"/>
            <c:spPr>
              <a:solidFill>
                <a:srgbClr val="E05065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C9D-DC46-A32F-639D344A8382}"/>
              </c:ext>
            </c:extLst>
          </c:dPt>
          <c:dPt>
            <c:idx val="4"/>
            <c:bubble3D val="0"/>
            <c:spPr>
              <a:solidFill>
                <a:srgbClr val="BD70DB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C9D-DC46-A32F-639D344A8382}"/>
              </c:ext>
            </c:extLst>
          </c:dPt>
          <c:dPt>
            <c:idx val="5"/>
            <c:bubble3D val="0"/>
            <c:spPr>
              <a:solidFill>
                <a:srgbClr val="19E65A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EC9D-DC46-A32F-639D344A8382}"/>
              </c:ext>
            </c:extLst>
          </c:dPt>
          <c:dPt>
            <c:idx val="6"/>
            <c:bubble3D val="0"/>
            <c:spPr>
              <a:solidFill>
                <a:srgbClr val="DFBF20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EC9D-DC46-A32F-639D344A8382}"/>
              </c:ext>
            </c:extLst>
          </c:dPt>
          <c:dPt>
            <c:idx val="7"/>
            <c:bubble3D val="0"/>
            <c:spPr>
              <a:solidFill>
                <a:srgbClr val="F20DA9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EC9D-DC46-A32F-639D344A8382}"/>
              </c:ext>
            </c:extLst>
          </c:dPt>
          <c:dPt>
            <c:idx val="8"/>
            <c:bubble3D val="0"/>
            <c:spPr>
              <a:solidFill>
                <a:srgbClr val="5185CD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EC9D-DC46-A32F-639D344A83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solidFill>
                      <a:srgbClr val="000064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C9D-DC46-A32F-639D344A83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7070F7"/>
            </a:solidFill>
            <a:ln w="6350">
              <a:solidFill>
                <a:srgbClr val="000064"/>
              </a:solidFill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B17-6943-BC86-753443212F73}"/>
              </c:ext>
            </c:extLst>
          </c:dPt>
          <c:dPt>
            <c:idx val="1"/>
            <c:invertIfNegative val="0"/>
            <c:bubble3D val="0"/>
            <c:spPr>
              <a:solidFill>
                <a:srgbClr val="0DF2BA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B17-6943-BC86-753443212F73}"/>
              </c:ext>
            </c:extLst>
          </c:dPt>
          <c:dPt>
            <c:idx val="2"/>
            <c:invertIfNegative val="0"/>
            <c:bubble3D val="0"/>
            <c:spPr>
              <a:solidFill>
                <a:srgbClr val="F2540D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8B17-6943-BC86-753443212F73}"/>
              </c:ext>
            </c:extLst>
          </c:dPt>
          <c:dPt>
            <c:idx val="3"/>
            <c:invertIfNegative val="0"/>
            <c:bubble3D val="0"/>
            <c:spPr>
              <a:solidFill>
                <a:srgbClr val="E05065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8B17-6943-BC86-753443212F73}"/>
              </c:ext>
            </c:extLst>
          </c:dPt>
          <c:dPt>
            <c:idx val="4"/>
            <c:invertIfNegative val="0"/>
            <c:bubble3D val="0"/>
            <c:spPr>
              <a:solidFill>
                <a:srgbClr val="BD70DB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B17-6943-BC86-753443212F73}"/>
              </c:ext>
            </c:extLst>
          </c:dPt>
          <c:dPt>
            <c:idx val="5"/>
            <c:invertIfNegative val="0"/>
            <c:bubble3D val="0"/>
            <c:spPr>
              <a:solidFill>
                <a:srgbClr val="19E65A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8B17-6943-BC86-753443212F73}"/>
              </c:ext>
            </c:extLst>
          </c:dPt>
          <c:dPt>
            <c:idx val="6"/>
            <c:invertIfNegative val="0"/>
            <c:bubble3D val="0"/>
            <c:spPr>
              <a:solidFill>
                <a:srgbClr val="DFBF20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8B17-6943-BC86-753443212F73}"/>
              </c:ext>
            </c:extLst>
          </c:dPt>
          <c:dPt>
            <c:idx val="7"/>
            <c:invertIfNegative val="0"/>
            <c:bubble3D val="0"/>
            <c:spPr>
              <a:solidFill>
                <a:srgbClr val="F20DA9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8B17-6943-BC86-753443212F73}"/>
              </c:ext>
            </c:extLst>
          </c:dPt>
          <c:dPt>
            <c:idx val="8"/>
            <c:invertIfNegative val="0"/>
            <c:bubble3D val="0"/>
            <c:spPr>
              <a:solidFill>
                <a:srgbClr val="5185CD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8B17-6943-BC86-753443212F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solidFill>
                      <a:srgbClr val="000064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82</c:v>
                </c:pt>
                <c:pt idx="1">
                  <c:v>54</c:v>
                </c:pt>
                <c:pt idx="2">
                  <c:v>71</c:v>
                </c:pt>
                <c:pt idx="3">
                  <c:v>38</c:v>
                </c:pt>
                <c:pt idx="4">
                  <c:v>63</c:v>
                </c:pt>
                <c:pt idx="5">
                  <c:v>47</c:v>
                </c:pt>
                <c:pt idx="6">
                  <c:v>29</c:v>
                </c:pt>
                <c:pt idx="7">
                  <c:v>55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8B17-6943-BC86-753443212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000064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70F7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443-D94B-B0E4-F4FF97A7BE93}"/>
              </c:ext>
            </c:extLst>
          </c:dPt>
          <c:dPt>
            <c:idx val="1"/>
            <c:bubble3D val="0"/>
            <c:spPr>
              <a:solidFill>
                <a:srgbClr val="0DF2BA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443-D94B-B0E4-F4FF97A7BE93}"/>
              </c:ext>
            </c:extLst>
          </c:dPt>
          <c:dPt>
            <c:idx val="2"/>
            <c:bubble3D val="0"/>
            <c:spPr>
              <a:solidFill>
                <a:srgbClr val="F2540D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443-D94B-B0E4-F4FF97A7BE93}"/>
              </c:ext>
            </c:extLst>
          </c:dPt>
          <c:dPt>
            <c:idx val="3"/>
            <c:bubble3D val="0"/>
            <c:spPr>
              <a:solidFill>
                <a:srgbClr val="E05065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443-D94B-B0E4-F4FF97A7BE93}"/>
              </c:ext>
            </c:extLst>
          </c:dPt>
          <c:dPt>
            <c:idx val="4"/>
            <c:bubble3D val="0"/>
            <c:spPr>
              <a:solidFill>
                <a:srgbClr val="BD70DB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443-D94B-B0E4-F4FF97A7BE93}"/>
              </c:ext>
            </c:extLst>
          </c:dPt>
          <c:dPt>
            <c:idx val="5"/>
            <c:bubble3D val="0"/>
            <c:spPr>
              <a:solidFill>
                <a:srgbClr val="19E65A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443-D94B-B0E4-F4FF97A7BE93}"/>
              </c:ext>
            </c:extLst>
          </c:dPt>
          <c:dPt>
            <c:idx val="6"/>
            <c:bubble3D val="0"/>
            <c:spPr>
              <a:solidFill>
                <a:srgbClr val="DFBF20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443-D94B-B0E4-F4FF97A7BE93}"/>
              </c:ext>
            </c:extLst>
          </c:dPt>
          <c:dPt>
            <c:idx val="7"/>
            <c:bubble3D val="0"/>
            <c:spPr>
              <a:solidFill>
                <a:srgbClr val="F20DA9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F443-D94B-B0E4-F4FF97A7BE93}"/>
              </c:ext>
            </c:extLst>
          </c:dPt>
          <c:dPt>
            <c:idx val="8"/>
            <c:bubble3D val="0"/>
            <c:spPr>
              <a:solidFill>
                <a:srgbClr val="5185CD"/>
              </a:solidFill>
              <a:ln w="6350">
                <a:solidFill>
                  <a:srgbClr val="00006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F443-D94B-B0E4-F4FF97A7BE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>
                    <a:solidFill>
                      <a:srgbClr val="000064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Sheet1!$A$2:$A$10</c:f>
              <c:strCache>
                <c:ptCount val="9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F443-D94B-B0E4-F4FF97A7BE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202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7CF5F-60BF-0052-A57B-9BD1C0FE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D9F14D-BC84-BB18-0FB4-B75BD8B7E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FBD5A-7634-18D7-185C-7150B8BA5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B07B3-DB25-41F8-4528-8B02727CC6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33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76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chart" Target="../charts/chart9.xml"/><Relationship Id="rId7" Type="http://schemas.openxmlformats.org/officeDocument/2006/relationships/chart" Target="../charts/chart1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10" Type="http://schemas.openxmlformats.org/officeDocument/2006/relationships/chart" Target="../charts/chart16.xml"/><Relationship Id="rId4" Type="http://schemas.openxmlformats.org/officeDocument/2006/relationships/chart" Target="../charts/chart10.xml"/><Relationship Id="rId9" Type="http://schemas.openxmlformats.org/officeDocument/2006/relationships/chart" Target="../charts/char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9B5AC128-234E-9175-4938-2944334284E4}"/>
              </a:ext>
            </a:extLst>
          </p:cNvPr>
          <p:cNvGrpSpPr/>
          <p:nvPr/>
        </p:nvGrpSpPr>
        <p:grpSpPr>
          <a:xfrm>
            <a:off x="457200" y="889772"/>
            <a:ext cx="10753344" cy="2378337"/>
            <a:chOff x="457200" y="274320"/>
            <a:chExt cx="10753344" cy="2920219"/>
          </a:xfrm>
        </p:grpSpPr>
        <p:sp>
          <p:nvSpPr>
            <p:cNvPr id="2" name="Text 0"/>
            <p:cNvSpPr/>
            <p:nvPr/>
          </p:nvSpPr>
          <p:spPr>
            <a:xfrm>
              <a:off x="457200" y="2743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HAP · Categorical · L</a:t>
              </a:r>
              <a:endParaRPr lang="en-US" sz="14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457200" y="73152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0D0DF2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457200" y="1481328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#0D0DF2</a:t>
              </a:r>
              <a:endParaRPr lang="en-US" sz="8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1664208" y="73152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078465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1664208" y="1481328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#078465</a:t>
              </a:r>
              <a:endParaRPr lang="en-US" sz="8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2871216" y="73152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CF480B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2871216" y="1481328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#CF480B</a:t>
              </a:r>
              <a:endParaRPr lang="en-US" sz="8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078224" y="73152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D92641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4078224" y="1481328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#D92641</a:t>
              </a:r>
              <a:endParaRPr lang="en-US" sz="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285232" y="73152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AB49D1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5285232" y="1481328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#AB49D1</a:t>
              </a:r>
              <a:endParaRPr lang="en-US" sz="8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492240" y="73152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0F8835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6492240" y="1481328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#0F8835</a:t>
              </a:r>
              <a:endParaRPr lang="en-US" sz="8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7699248" y="73152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897614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7699248" y="1481328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#897614</a:t>
              </a:r>
              <a:endParaRPr lang="en-US" sz="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906256" y="73152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DB0C99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8906256" y="1481328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#DB0C99</a:t>
              </a:r>
              <a:endParaRPr lang="en-US" sz="8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10113264" y="73152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3974C6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10113264" y="1481328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#3974C6</a:t>
              </a:r>
              <a:endParaRPr lang="en-US" sz="800" dirty="0"/>
            </a:p>
          </p:txBody>
        </p:sp>
        <p:sp>
          <p:nvSpPr>
            <p:cNvPr id="21" name="Text 0">
              <a:extLst>
                <a:ext uri="{FF2B5EF4-FFF2-40B4-BE49-F238E27FC236}">
                  <a16:creationId xmlns:a16="http://schemas.microsoft.com/office/drawing/2014/main" id="{5F7423D4-F335-E8FC-C1A2-EE874C626E17}"/>
                </a:ext>
              </a:extLst>
            </p:cNvPr>
            <p:cNvSpPr/>
            <p:nvPr/>
          </p:nvSpPr>
          <p:spPr>
            <a:xfrm>
              <a:off x="457200" y="1758931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HAP · Spectrum · L</a:t>
              </a:r>
              <a:endParaRPr lang="en-US" sz="1400" dirty="0"/>
            </a:p>
          </p:txBody>
        </p:sp>
        <p:sp>
          <p:nvSpPr>
            <p:cNvPr id="22" name="Shape 1">
              <a:extLst>
                <a:ext uri="{FF2B5EF4-FFF2-40B4-BE49-F238E27FC236}">
                  <a16:creationId xmlns:a16="http://schemas.microsoft.com/office/drawing/2014/main" id="{115891BD-4136-77DD-0292-2548FAD08434}"/>
                </a:ext>
              </a:extLst>
            </p:cNvPr>
            <p:cNvSpPr/>
            <p:nvPr/>
          </p:nvSpPr>
          <p:spPr>
            <a:xfrm>
              <a:off x="457200" y="2216131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CF480B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">
              <a:extLst>
                <a:ext uri="{FF2B5EF4-FFF2-40B4-BE49-F238E27FC236}">
                  <a16:creationId xmlns:a16="http://schemas.microsoft.com/office/drawing/2014/main" id="{E1824805-3CCA-7000-40C9-3E3BC9ADAA64}"/>
                </a:ext>
              </a:extLst>
            </p:cNvPr>
            <p:cNvSpPr/>
            <p:nvPr/>
          </p:nvSpPr>
          <p:spPr>
            <a:xfrm>
              <a:off x="457200" y="2965939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#CF480B</a:t>
              </a:r>
              <a:endParaRPr lang="en-US" sz="800" dirty="0"/>
            </a:p>
          </p:txBody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D46F8D0F-FCC0-034A-9733-D3E6C266EF8A}"/>
                </a:ext>
              </a:extLst>
            </p:cNvPr>
            <p:cNvSpPr/>
            <p:nvPr/>
          </p:nvSpPr>
          <p:spPr>
            <a:xfrm>
              <a:off x="1664208" y="2216131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897614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5245D8E2-7EF2-AEA3-DEB1-FFC8EC5CC247}"/>
                </a:ext>
              </a:extLst>
            </p:cNvPr>
            <p:cNvSpPr/>
            <p:nvPr/>
          </p:nvSpPr>
          <p:spPr>
            <a:xfrm>
              <a:off x="1664208" y="2965939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#897614</a:t>
              </a:r>
              <a:endParaRPr lang="en-US" sz="800" dirty="0"/>
            </a:p>
          </p:txBody>
        </p:sp>
        <p:sp>
          <p:nvSpPr>
            <p:cNvPr id="26" name="Shape 5">
              <a:extLst>
                <a:ext uri="{FF2B5EF4-FFF2-40B4-BE49-F238E27FC236}">
                  <a16:creationId xmlns:a16="http://schemas.microsoft.com/office/drawing/2014/main" id="{C782FBA1-EBA4-7D81-D525-232D29A2F7A3}"/>
                </a:ext>
              </a:extLst>
            </p:cNvPr>
            <p:cNvSpPr/>
            <p:nvPr/>
          </p:nvSpPr>
          <p:spPr>
            <a:xfrm>
              <a:off x="2871216" y="2216131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0F8835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6">
              <a:extLst>
                <a:ext uri="{FF2B5EF4-FFF2-40B4-BE49-F238E27FC236}">
                  <a16:creationId xmlns:a16="http://schemas.microsoft.com/office/drawing/2014/main" id="{6BAFF188-7134-6923-F7A5-81AE11FB9025}"/>
                </a:ext>
              </a:extLst>
            </p:cNvPr>
            <p:cNvSpPr/>
            <p:nvPr/>
          </p:nvSpPr>
          <p:spPr>
            <a:xfrm>
              <a:off x="2871216" y="2965939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#0F8835</a:t>
              </a:r>
              <a:endParaRPr lang="en-US" sz="800" dirty="0"/>
            </a:p>
          </p:txBody>
        </p:sp>
        <p:sp>
          <p:nvSpPr>
            <p:cNvPr id="28" name="Shape 7">
              <a:extLst>
                <a:ext uri="{FF2B5EF4-FFF2-40B4-BE49-F238E27FC236}">
                  <a16:creationId xmlns:a16="http://schemas.microsoft.com/office/drawing/2014/main" id="{90C61BFC-A29D-5645-84C3-F4DE58674F04}"/>
                </a:ext>
              </a:extLst>
            </p:cNvPr>
            <p:cNvSpPr/>
            <p:nvPr/>
          </p:nvSpPr>
          <p:spPr>
            <a:xfrm>
              <a:off x="4078224" y="2216131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078465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FF110CED-DF69-BB69-CFC7-48F3458E8BB9}"/>
                </a:ext>
              </a:extLst>
            </p:cNvPr>
            <p:cNvSpPr/>
            <p:nvPr/>
          </p:nvSpPr>
          <p:spPr>
            <a:xfrm>
              <a:off x="4078224" y="2965939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#078465</a:t>
              </a:r>
              <a:endParaRPr lang="en-US" sz="800" dirty="0"/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C72C68B2-3096-BEB9-C5DD-2AA884329444}"/>
                </a:ext>
              </a:extLst>
            </p:cNvPr>
            <p:cNvSpPr/>
            <p:nvPr/>
          </p:nvSpPr>
          <p:spPr>
            <a:xfrm>
              <a:off x="5285232" y="2216131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3974C6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9C2C265D-15FB-B2BC-CF8D-AFF148B6D7DE}"/>
                </a:ext>
              </a:extLst>
            </p:cNvPr>
            <p:cNvSpPr/>
            <p:nvPr/>
          </p:nvSpPr>
          <p:spPr>
            <a:xfrm>
              <a:off x="5285232" y="2965939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#3974C6</a:t>
              </a:r>
              <a:endParaRPr lang="en-US" sz="800" dirty="0"/>
            </a:p>
          </p:txBody>
        </p:sp>
        <p:sp>
          <p:nvSpPr>
            <p:cNvPr id="32" name="Shape 11">
              <a:extLst>
                <a:ext uri="{FF2B5EF4-FFF2-40B4-BE49-F238E27FC236}">
                  <a16:creationId xmlns:a16="http://schemas.microsoft.com/office/drawing/2014/main" id="{CC6BF4AB-87F7-0A50-DB75-204221A4DAA7}"/>
                </a:ext>
              </a:extLst>
            </p:cNvPr>
            <p:cNvSpPr/>
            <p:nvPr/>
          </p:nvSpPr>
          <p:spPr>
            <a:xfrm>
              <a:off x="6492240" y="2216131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0D0DF2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12">
              <a:extLst>
                <a:ext uri="{FF2B5EF4-FFF2-40B4-BE49-F238E27FC236}">
                  <a16:creationId xmlns:a16="http://schemas.microsoft.com/office/drawing/2014/main" id="{E0C911D3-8FFA-3DB5-8699-4C2D71E011AD}"/>
                </a:ext>
              </a:extLst>
            </p:cNvPr>
            <p:cNvSpPr/>
            <p:nvPr/>
          </p:nvSpPr>
          <p:spPr>
            <a:xfrm>
              <a:off x="6492240" y="2965939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#0D0DF2</a:t>
              </a:r>
              <a:endParaRPr lang="en-US" sz="800" dirty="0"/>
            </a:p>
          </p:txBody>
        </p:sp>
        <p:sp>
          <p:nvSpPr>
            <p:cNvPr id="34" name="Shape 13">
              <a:extLst>
                <a:ext uri="{FF2B5EF4-FFF2-40B4-BE49-F238E27FC236}">
                  <a16:creationId xmlns:a16="http://schemas.microsoft.com/office/drawing/2014/main" id="{073C7E32-A9D9-951A-0EC7-8D6FAE89E713}"/>
                </a:ext>
              </a:extLst>
            </p:cNvPr>
            <p:cNvSpPr/>
            <p:nvPr/>
          </p:nvSpPr>
          <p:spPr>
            <a:xfrm>
              <a:off x="7699248" y="2216131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AB49D1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14">
              <a:extLst>
                <a:ext uri="{FF2B5EF4-FFF2-40B4-BE49-F238E27FC236}">
                  <a16:creationId xmlns:a16="http://schemas.microsoft.com/office/drawing/2014/main" id="{63EF61F1-2355-A992-B0A2-67C344C5B703}"/>
                </a:ext>
              </a:extLst>
            </p:cNvPr>
            <p:cNvSpPr/>
            <p:nvPr/>
          </p:nvSpPr>
          <p:spPr>
            <a:xfrm>
              <a:off x="7699248" y="2965939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#AB49D1</a:t>
              </a:r>
              <a:endParaRPr lang="en-US" sz="800" dirty="0"/>
            </a:p>
          </p:txBody>
        </p:sp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5DD1A8CE-060F-8461-44C7-595DDC89B473}"/>
                </a:ext>
              </a:extLst>
            </p:cNvPr>
            <p:cNvSpPr/>
            <p:nvPr/>
          </p:nvSpPr>
          <p:spPr>
            <a:xfrm>
              <a:off x="8906256" y="2216131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DB0C99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F6972D43-81BF-39B0-AC57-42E4D7A785F4}"/>
                </a:ext>
              </a:extLst>
            </p:cNvPr>
            <p:cNvSpPr/>
            <p:nvPr/>
          </p:nvSpPr>
          <p:spPr>
            <a:xfrm>
              <a:off x="8906256" y="2965939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#DB0C99</a:t>
              </a:r>
              <a:endParaRPr lang="en-US" sz="800" dirty="0"/>
            </a:p>
          </p:txBody>
        </p:sp>
        <p:sp>
          <p:nvSpPr>
            <p:cNvPr id="38" name="Shape 17">
              <a:extLst>
                <a:ext uri="{FF2B5EF4-FFF2-40B4-BE49-F238E27FC236}">
                  <a16:creationId xmlns:a16="http://schemas.microsoft.com/office/drawing/2014/main" id="{40E433FF-E705-D24D-5A38-E58C148D6085}"/>
                </a:ext>
              </a:extLst>
            </p:cNvPr>
            <p:cNvSpPr/>
            <p:nvPr/>
          </p:nvSpPr>
          <p:spPr>
            <a:xfrm>
              <a:off x="10113264" y="2216131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D92641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18">
              <a:extLst>
                <a:ext uri="{FF2B5EF4-FFF2-40B4-BE49-F238E27FC236}">
                  <a16:creationId xmlns:a16="http://schemas.microsoft.com/office/drawing/2014/main" id="{1DD9D9DF-4F11-E101-E183-F506AFFB533C}"/>
                </a:ext>
              </a:extLst>
            </p:cNvPr>
            <p:cNvSpPr/>
            <p:nvPr/>
          </p:nvSpPr>
          <p:spPr>
            <a:xfrm>
              <a:off x="10113264" y="2965939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#D92641</a:t>
              </a:r>
              <a:endParaRPr lang="en-US" sz="800" dirty="0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B33C1DF4-7D1C-CAA2-25AB-F541E0373B75}"/>
              </a:ext>
            </a:extLst>
          </p:cNvPr>
          <p:cNvSpPr/>
          <p:nvPr/>
        </p:nvSpPr>
        <p:spPr>
          <a:xfrm>
            <a:off x="6096000" y="3462998"/>
            <a:ext cx="6096000" cy="3395002"/>
          </a:xfrm>
          <a:prstGeom prst="rect">
            <a:avLst/>
          </a:prstGeom>
          <a:solidFill>
            <a:srgbClr val="0000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E268E73-0241-DD03-8B32-7D1BF7001139}"/>
              </a:ext>
            </a:extLst>
          </p:cNvPr>
          <p:cNvGrpSpPr/>
          <p:nvPr/>
        </p:nvGrpSpPr>
        <p:grpSpPr>
          <a:xfrm>
            <a:off x="6725598" y="3644001"/>
            <a:ext cx="4737296" cy="2264430"/>
            <a:chOff x="457200" y="274320"/>
            <a:chExt cx="8417063" cy="4023360"/>
          </a:xfrm>
        </p:grpSpPr>
        <p:sp>
          <p:nvSpPr>
            <p:cNvPr id="42" name="Text 0">
              <a:extLst>
                <a:ext uri="{FF2B5EF4-FFF2-40B4-BE49-F238E27FC236}">
                  <a16:creationId xmlns:a16="http://schemas.microsoft.com/office/drawing/2014/main" id="{4046133B-EE0A-2E6C-89B5-CBC33AD49CD8}"/>
                </a:ext>
              </a:extLst>
            </p:cNvPr>
            <p:cNvSpPr/>
            <p:nvPr/>
          </p:nvSpPr>
          <p:spPr>
            <a:xfrm>
              <a:off x="457200" y="2743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HAP · Categorical Charts · L on Dark</a:t>
              </a:r>
              <a:endParaRPr lang="en-US" sz="1400" dirty="0"/>
            </a:p>
          </p:txBody>
        </p:sp>
        <p:graphicFrame>
          <p:nvGraphicFramePr>
            <p:cNvPr id="43" name="Chart 0">
              <a:extLst>
                <a:ext uri="{FF2B5EF4-FFF2-40B4-BE49-F238E27FC236}">
                  <a16:creationId xmlns:a16="http://schemas.microsoft.com/office/drawing/2014/main" id="{E0846207-1531-2FC1-2F6B-879BA98D8CA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25976179"/>
                </p:ext>
              </p:extLst>
            </p:nvPr>
          </p:nvGraphicFramePr>
          <p:xfrm>
            <a:off x="457200" y="1097280"/>
            <a:ext cx="5029200" cy="3200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44" name="Chart 1">
              <a:extLst>
                <a:ext uri="{FF2B5EF4-FFF2-40B4-BE49-F238E27FC236}">
                  <a16:creationId xmlns:a16="http://schemas.microsoft.com/office/drawing/2014/main" id="{D89A0492-EB39-9F41-3260-4B2F4CAD1DC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95980036"/>
                </p:ext>
              </p:extLst>
            </p:nvPr>
          </p:nvGraphicFramePr>
          <p:xfrm>
            <a:off x="5673863" y="1097280"/>
            <a:ext cx="3200400" cy="3200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4F52900-1C7B-1C63-3A47-3C52BC192BD2}"/>
              </a:ext>
            </a:extLst>
          </p:cNvPr>
          <p:cNvGrpSpPr/>
          <p:nvPr/>
        </p:nvGrpSpPr>
        <p:grpSpPr>
          <a:xfrm>
            <a:off x="6852621" y="5994872"/>
            <a:ext cx="4516419" cy="476665"/>
            <a:chOff x="4940883" y="5852160"/>
            <a:chExt cx="7115107" cy="1284692"/>
          </a:xfrm>
        </p:grpSpPr>
        <p:sp>
          <p:nvSpPr>
            <p:cNvPr id="71" name="Shape 1">
              <a:extLst>
                <a:ext uri="{FF2B5EF4-FFF2-40B4-BE49-F238E27FC236}">
                  <a16:creationId xmlns:a16="http://schemas.microsoft.com/office/drawing/2014/main" id="{4D9CA2D9-00C2-DB9B-C1FE-573DC6DB1E74}"/>
                </a:ext>
              </a:extLst>
            </p:cNvPr>
            <p:cNvSpPr/>
            <p:nvPr/>
          </p:nvSpPr>
          <p:spPr>
            <a:xfrm>
              <a:off x="8544694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6B7584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2" name="Text 2">
              <a:extLst>
                <a:ext uri="{FF2B5EF4-FFF2-40B4-BE49-F238E27FC236}">
                  <a16:creationId xmlns:a16="http://schemas.microsoft.com/office/drawing/2014/main" id="{E8BE9B2B-4C68-00E2-B9C4-D7EFE36A36A1}"/>
                </a:ext>
              </a:extLst>
            </p:cNvPr>
            <p:cNvSpPr/>
            <p:nvPr/>
          </p:nvSpPr>
          <p:spPr>
            <a:xfrm>
              <a:off x="8544694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#6B7584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73" name="Shape 3">
              <a:extLst>
                <a:ext uri="{FF2B5EF4-FFF2-40B4-BE49-F238E27FC236}">
                  <a16:creationId xmlns:a16="http://schemas.microsoft.com/office/drawing/2014/main" id="{78DDFC08-469A-7AF7-E31A-7EB6A55D5BC6}"/>
                </a:ext>
              </a:extLst>
            </p:cNvPr>
            <p:cNvSpPr/>
            <p:nvPr/>
          </p:nvSpPr>
          <p:spPr>
            <a:xfrm>
              <a:off x="9751702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6D7680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4" name="Text 4">
              <a:extLst>
                <a:ext uri="{FF2B5EF4-FFF2-40B4-BE49-F238E27FC236}">
                  <a16:creationId xmlns:a16="http://schemas.microsoft.com/office/drawing/2014/main" id="{080C599F-D928-25E3-B5FB-671D78CDD81F}"/>
                </a:ext>
              </a:extLst>
            </p:cNvPr>
            <p:cNvSpPr/>
            <p:nvPr/>
          </p:nvSpPr>
          <p:spPr>
            <a:xfrm>
              <a:off x="9751702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#6D7680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75" name="Shape 5">
              <a:extLst>
                <a:ext uri="{FF2B5EF4-FFF2-40B4-BE49-F238E27FC236}">
                  <a16:creationId xmlns:a16="http://schemas.microsoft.com/office/drawing/2014/main" id="{7AF0CBF3-5361-F877-6712-5C24D1F47830}"/>
                </a:ext>
              </a:extLst>
            </p:cNvPr>
            <p:cNvSpPr/>
            <p:nvPr/>
          </p:nvSpPr>
          <p:spPr>
            <a:xfrm>
              <a:off x="10958710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565B61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6" name="Text 6">
              <a:extLst>
                <a:ext uri="{FF2B5EF4-FFF2-40B4-BE49-F238E27FC236}">
                  <a16:creationId xmlns:a16="http://schemas.microsoft.com/office/drawing/2014/main" id="{9989B38A-8A7F-6815-B410-E7BE42A43F37}"/>
                </a:ext>
              </a:extLst>
            </p:cNvPr>
            <p:cNvSpPr/>
            <p:nvPr/>
          </p:nvSpPr>
          <p:spPr>
            <a:xfrm>
              <a:off x="1095870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#565B61</a:t>
              </a:r>
              <a:endParaRPr 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77" name="Shape 1">
              <a:extLst>
                <a:ext uri="{FF2B5EF4-FFF2-40B4-BE49-F238E27FC236}">
                  <a16:creationId xmlns:a16="http://schemas.microsoft.com/office/drawing/2014/main" id="{3D0D68A1-C10F-5D0D-D1B6-0F30DECFACC6}"/>
                </a:ext>
              </a:extLst>
            </p:cNvPr>
            <p:cNvSpPr/>
            <p:nvPr/>
          </p:nvSpPr>
          <p:spPr>
            <a:xfrm>
              <a:off x="4940883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1D8640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8" name="Text 2">
              <a:extLst>
                <a:ext uri="{FF2B5EF4-FFF2-40B4-BE49-F238E27FC236}">
                  <a16:creationId xmlns:a16="http://schemas.microsoft.com/office/drawing/2014/main" id="{1458BFC5-1896-B9E1-D3BF-F97720DC4A51}"/>
                </a:ext>
              </a:extLst>
            </p:cNvPr>
            <p:cNvSpPr/>
            <p:nvPr/>
          </p:nvSpPr>
          <p:spPr>
            <a:xfrm>
              <a:off x="4940883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#1D8640</a:t>
              </a:r>
            </a:p>
            <a:p>
              <a:pPr marL="0" indent="0" algn="ctr">
                <a:buNone/>
              </a:pPr>
              <a:endPara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79" name="Shape 3">
              <a:extLst>
                <a:ext uri="{FF2B5EF4-FFF2-40B4-BE49-F238E27FC236}">
                  <a16:creationId xmlns:a16="http://schemas.microsoft.com/office/drawing/2014/main" id="{CCB39173-6D0E-321F-6809-15E50A51FABB}"/>
                </a:ext>
              </a:extLst>
            </p:cNvPr>
            <p:cNvSpPr/>
            <p:nvPr/>
          </p:nvSpPr>
          <p:spPr>
            <a:xfrm>
              <a:off x="6147891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A26B0D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0" name="Text 4">
              <a:extLst>
                <a:ext uri="{FF2B5EF4-FFF2-40B4-BE49-F238E27FC236}">
                  <a16:creationId xmlns:a16="http://schemas.microsoft.com/office/drawing/2014/main" id="{9FC2D75C-BD32-9E6C-0E0E-1EAD5289D332}"/>
                </a:ext>
              </a:extLst>
            </p:cNvPr>
            <p:cNvSpPr/>
            <p:nvPr/>
          </p:nvSpPr>
          <p:spPr>
            <a:xfrm>
              <a:off x="6147891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#A26B0D</a:t>
              </a:r>
            </a:p>
            <a:p>
              <a:pPr marL="0" indent="0" algn="ctr">
                <a:buNone/>
              </a:pPr>
              <a:endPara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81" name="Shape 5">
              <a:extLst>
                <a:ext uri="{FF2B5EF4-FFF2-40B4-BE49-F238E27FC236}">
                  <a16:creationId xmlns:a16="http://schemas.microsoft.com/office/drawing/2014/main" id="{49C18466-16E1-FB81-D7DD-1A1C2DCB336C}"/>
                </a:ext>
              </a:extLst>
            </p:cNvPr>
            <p:cNvSpPr/>
            <p:nvPr/>
          </p:nvSpPr>
          <p:spPr>
            <a:xfrm>
              <a:off x="7354899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DB2424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2" name="Text 6">
              <a:extLst>
                <a:ext uri="{FF2B5EF4-FFF2-40B4-BE49-F238E27FC236}">
                  <a16:creationId xmlns:a16="http://schemas.microsoft.com/office/drawing/2014/main" id="{9C9D0DF4-D69E-44E5-1100-86CB73AA7C81}"/>
                </a:ext>
              </a:extLst>
            </p:cNvPr>
            <p:cNvSpPr/>
            <p:nvPr/>
          </p:nvSpPr>
          <p:spPr>
            <a:xfrm>
              <a:off x="735489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#DB2424</a:t>
              </a:r>
            </a:p>
            <a:p>
              <a:pPr marL="0" indent="0" algn="ctr">
                <a:buNone/>
              </a:pPr>
              <a:endPara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2DE50C7-CCB6-B429-1DD8-B27796B3D294}"/>
              </a:ext>
            </a:extLst>
          </p:cNvPr>
          <p:cNvGrpSpPr/>
          <p:nvPr/>
        </p:nvGrpSpPr>
        <p:grpSpPr>
          <a:xfrm>
            <a:off x="626012" y="3644001"/>
            <a:ext cx="4737296" cy="2264430"/>
            <a:chOff x="457200" y="274320"/>
            <a:chExt cx="8417063" cy="4023360"/>
          </a:xfrm>
        </p:grpSpPr>
        <p:sp>
          <p:nvSpPr>
            <p:cNvPr id="89" name="Text 0">
              <a:extLst>
                <a:ext uri="{FF2B5EF4-FFF2-40B4-BE49-F238E27FC236}">
                  <a16:creationId xmlns:a16="http://schemas.microsoft.com/office/drawing/2014/main" id="{6A639B67-8770-ABEE-ED32-FEA59EC25361}"/>
                </a:ext>
              </a:extLst>
            </p:cNvPr>
            <p:cNvSpPr/>
            <p:nvPr/>
          </p:nvSpPr>
          <p:spPr>
            <a:xfrm>
              <a:off x="457200" y="2743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HAP · Categorical Charts · L on White</a:t>
              </a:r>
              <a:endParaRPr lang="en-US" sz="1400" dirty="0"/>
            </a:p>
          </p:txBody>
        </p:sp>
        <p:graphicFrame>
          <p:nvGraphicFramePr>
            <p:cNvPr id="90" name="Chart 0">
              <a:extLst>
                <a:ext uri="{FF2B5EF4-FFF2-40B4-BE49-F238E27FC236}">
                  <a16:creationId xmlns:a16="http://schemas.microsoft.com/office/drawing/2014/main" id="{87B14542-C546-CE31-556D-F68450881BF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25976179"/>
                </p:ext>
              </p:extLst>
            </p:nvPr>
          </p:nvGraphicFramePr>
          <p:xfrm>
            <a:off x="457200" y="1097280"/>
            <a:ext cx="5029200" cy="3200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91" name="Chart 1">
              <a:extLst>
                <a:ext uri="{FF2B5EF4-FFF2-40B4-BE49-F238E27FC236}">
                  <a16:creationId xmlns:a16="http://schemas.microsoft.com/office/drawing/2014/main" id="{F537A87B-63FB-CB1F-AE99-C89FD9E1C3F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95980036"/>
                </p:ext>
              </p:extLst>
            </p:nvPr>
          </p:nvGraphicFramePr>
          <p:xfrm>
            <a:off x="5673863" y="1097280"/>
            <a:ext cx="3200400" cy="3200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956E4C6-B0EF-8A76-08D1-ADB0DB960975}"/>
              </a:ext>
            </a:extLst>
          </p:cNvPr>
          <p:cNvGrpSpPr/>
          <p:nvPr/>
        </p:nvGrpSpPr>
        <p:grpSpPr>
          <a:xfrm>
            <a:off x="753035" y="5994872"/>
            <a:ext cx="4516419" cy="476665"/>
            <a:chOff x="4940883" y="5852160"/>
            <a:chExt cx="7115107" cy="1284692"/>
          </a:xfrm>
        </p:grpSpPr>
        <p:sp>
          <p:nvSpPr>
            <p:cNvPr id="93" name="Shape 1">
              <a:extLst>
                <a:ext uri="{FF2B5EF4-FFF2-40B4-BE49-F238E27FC236}">
                  <a16:creationId xmlns:a16="http://schemas.microsoft.com/office/drawing/2014/main" id="{AF7AABAA-9449-17AF-8DAF-72851B33D697}"/>
                </a:ext>
              </a:extLst>
            </p:cNvPr>
            <p:cNvSpPr/>
            <p:nvPr/>
          </p:nvSpPr>
          <p:spPr>
            <a:xfrm>
              <a:off x="8544694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6B7584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 2">
              <a:extLst>
                <a:ext uri="{FF2B5EF4-FFF2-40B4-BE49-F238E27FC236}">
                  <a16:creationId xmlns:a16="http://schemas.microsoft.com/office/drawing/2014/main" id="{17DF222D-AA30-E731-8FE7-482EB7CE0872}"/>
                </a:ext>
              </a:extLst>
            </p:cNvPr>
            <p:cNvSpPr/>
            <p:nvPr/>
          </p:nvSpPr>
          <p:spPr>
            <a:xfrm>
              <a:off x="8544694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#6B7584</a:t>
              </a:r>
              <a:endParaRPr lang="en-US" sz="800" dirty="0"/>
            </a:p>
          </p:txBody>
        </p:sp>
        <p:sp>
          <p:nvSpPr>
            <p:cNvPr id="95" name="Shape 3">
              <a:extLst>
                <a:ext uri="{FF2B5EF4-FFF2-40B4-BE49-F238E27FC236}">
                  <a16:creationId xmlns:a16="http://schemas.microsoft.com/office/drawing/2014/main" id="{10EAFB32-C7BC-979F-128E-477D21959307}"/>
                </a:ext>
              </a:extLst>
            </p:cNvPr>
            <p:cNvSpPr/>
            <p:nvPr/>
          </p:nvSpPr>
          <p:spPr>
            <a:xfrm>
              <a:off x="9751702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6D7680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 4">
              <a:extLst>
                <a:ext uri="{FF2B5EF4-FFF2-40B4-BE49-F238E27FC236}">
                  <a16:creationId xmlns:a16="http://schemas.microsoft.com/office/drawing/2014/main" id="{EFC0BB35-5DBF-7D65-75C9-9C451EA38F03}"/>
                </a:ext>
              </a:extLst>
            </p:cNvPr>
            <p:cNvSpPr/>
            <p:nvPr/>
          </p:nvSpPr>
          <p:spPr>
            <a:xfrm>
              <a:off x="9751702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#6D7680</a:t>
              </a:r>
              <a:endParaRPr lang="en-US" sz="800" dirty="0"/>
            </a:p>
          </p:txBody>
        </p:sp>
        <p:sp>
          <p:nvSpPr>
            <p:cNvPr id="97" name="Shape 5">
              <a:extLst>
                <a:ext uri="{FF2B5EF4-FFF2-40B4-BE49-F238E27FC236}">
                  <a16:creationId xmlns:a16="http://schemas.microsoft.com/office/drawing/2014/main" id="{D429F233-9CBF-3E0A-97A6-FE414ECE0D7E}"/>
                </a:ext>
              </a:extLst>
            </p:cNvPr>
            <p:cNvSpPr/>
            <p:nvPr/>
          </p:nvSpPr>
          <p:spPr>
            <a:xfrm>
              <a:off x="10958710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565B61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 6">
              <a:extLst>
                <a:ext uri="{FF2B5EF4-FFF2-40B4-BE49-F238E27FC236}">
                  <a16:creationId xmlns:a16="http://schemas.microsoft.com/office/drawing/2014/main" id="{0F474871-8230-A08C-9832-038F20A3CEB9}"/>
                </a:ext>
              </a:extLst>
            </p:cNvPr>
            <p:cNvSpPr/>
            <p:nvPr/>
          </p:nvSpPr>
          <p:spPr>
            <a:xfrm>
              <a:off x="1095870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#565B61</a:t>
              </a:r>
              <a:endParaRPr lang="en-US" sz="800" dirty="0"/>
            </a:p>
          </p:txBody>
        </p:sp>
        <p:sp>
          <p:nvSpPr>
            <p:cNvPr id="99" name="Shape 1">
              <a:extLst>
                <a:ext uri="{FF2B5EF4-FFF2-40B4-BE49-F238E27FC236}">
                  <a16:creationId xmlns:a16="http://schemas.microsoft.com/office/drawing/2014/main" id="{E25A2440-382B-3F62-F159-4EA7F4D67DE8}"/>
                </a:ext>
              </a:extLst>
            </p:cNvPr>
            <p:cNvSpPr/>
            <p:nvPr/>
          </p:nvSpPr>
          <p:spPr>
            <a:xfrm>
              <a:off x="4940883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1D8640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 2">
              <a:extLst>
                <a:ext uri="{FF2B5EF4-FFF2-40B4-BE49-F238E27FC236}">
                  <a16:creationId xmlns:a16="http://schemas.microsoft.com/office/drawing/2014/main" id="{04C4CF55-8D68-6417-BA52-9D18C5C14CD1}"/>
                </a:ext>
              </a:extLst>
            </p:cNvPr>
            <p:cNvSpPr/>
            <p:nvPr/>
          </p:nvSpPr>
          <p:spPr>
            <a:xfrm>
              <a:off x="4940883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#1D8640</a:t>
              </a:r>
            </a:p>
            <a:p>
              <a:pPr marL="0" indent="0" algn="ctr">
                <a:buNone/>
              </a:pPr>
              <a:endPara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01" name="Shape 3">
              <a:extLst>
                <a:ext uri="{FF2B5EF4-FFF2-40B4-BE49-F238E27FC236}">
                  <a16:creationId xmlns:a16="http://schemas.microsoft.com/office/drawing/2014/main" id="{5F486E53-C25E-8A3A-71A6-D97B3F5BD714}"/>
                </a:ext>
              </a:extLst>
            </p:cNvPr>
            <p:cNvSpPr/>
            <p:nvPr/>
          </p:nvSpPr>
          <p:spPr>
            <a:xfrm>
              <a:off x="6147891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A26B0D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 4">
              <a:extLst>
                <a:ext uri="{FF2B5EF4-FFF2-40B4-BE49-F238E27FC236}">
                  <a16:creationId xmlns:a16="http://schemas.microsoft.com/office/drawing/2014/main" id="{12AE7C56-FD67-A249-0446-D39EA62A7734}"/>
                </a:ext>
              </a:extLst>
            </p:cNvPr>
            <p:cNvSpPr/>
            <p:nvPr/>
          </p:nvSpPr>
          <p:spPr>
            <a:xfrm>
              <a:off x="6147891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#A26B0D</a:t>
              </a:r>
            </a:p>
            <a:p>
              <a:pPr marL="0" indent="0" algn="ctr">
                <a:buNone/>
              </a:pPr>
              <a:endPara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03" name="Shape 5">
              <a:extLst>
                <a:ext uri="{FF2B5EF4-FFF2-40B4-BE49-F238E27FC236}">
                  <a16:creationId xmlns:a16="http://schemas.microsoft.com/office/drawing/2014/main" id="{F603B776-2F8E-DA21-82FB-138997C8D12E}"/>
                </a:ext>
              </a:extLst>
            </p:cNvPr>
            <p:cNvSpPr/>
            <p:nvPr/>
          </p:nvSpPr>
          <p:spPr>
            <a:xfrm>
              <a:off x="7354899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DB2424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 6">
              <a:extLst>
                <a:ext uri="{FF2B5EF4-FFF2-40B4-BE49-F238E27FC236}">
                  <a16:creationId xmlns:a16="http://schemas.microsoft.com/office/drawing/2014/main" id="{51E3D018-A14A-00E2-F6C5-0ACC11DED015}"/>
                </a:ext>
              </a:extLst>
            </p:cNvPr>
            <p:cNvSpPr/>
            <p:nvPr/>
          </p:nvSpPr>
          <p:spPr>
            <a:xfrm>
              <a:off x="735489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#DB2424</a:t>
              </a:r>
            </a:p>
            <a:p>
              <a:pPr marL="0" indent="0" algn="ctr">
                <a:buNone/>
              </a:pPr>
              <a:endPara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45E167A-86C4-CA69-6A46-3DCECC322902}"/>
              </a:ext>
            </a:extLst>
          </p:cNvPr>
          <p:cNvGrpSpPr/>
          <p:nvPr/>
        </p:nvGrpSpPr>
        <p:grpSpPr>
          <a:xfrm>
            <a:off x="522386" y="538768"/>
            <a:ext cx="2570908" cy="187560"/>
            <a:chOff x="522386" y="538768"/>
            <a:chExt cx="2570908" cy="187560"/>
          </a:xfrm>
        </p:grpSpPr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9B60112-3CFF-CA01-C137-BF2532AB7E48}"/>
                </a:ext>
              </a:extLst>
            </p:cNvPr>
            <p:cNvSpPr/>
            <p:nvPr/>
          </p:nvSpPr>
          <p:spPr>
            <a:xfrm>
              <a:off x="1235984" y="539901"/>
              <a:ext cx="190357" cy="184698"/>
            </a:xfrm>
            <a:custGeom>
              <a:avLst/>
              <a:gdLst>
                <a:gd name="csX0" fmla="*/ 163830 w 190357"/>
                <a:gd name="csY0" fmla="*/ 184338 h 184698"/>
                <a:gd name="csX1" fmla="*/ 28680 w 190357"/>
                <a:gd name="csY1" fmla="*/ 184698 h 184698"/>
                <a:gd name="csX2" fmla="*/ 4 w 190357"/>
                <a:gd name="csY2" fmla="*/ 157275 h 184698"/>
                <a:gd name="csX3" fmla="*/ 0 w 190357"/>
                <a:gd name="csY3" fmla="*/ 27439 h 184698"/>
                <a:gd name="csX4" fmla="*/ 28666 w 190357"/>
                <a:gd name="csY4" fmla="*/ 0 h 184698"/>
                <a:gd name="csX5" fmla="*/ 161688 w 190357"/>
                <a:gd name="csY5" fmla="*/ 6 h 184698"/>
                <a:gd name="csX6" fmla="*/ 190354 w 190357"/>
                <a:gd name="csY6" fmla="*/ 27428 h 184698"/>
                <a:gd name="csX7" fmla="*/ 190357 w 190357"/>
                <a:gd name="csY7" fmla="*/ 157327 h 184698"/>
                <a:gd name="csX8" fmla="*/ 163830 w 190357"/>
                <a:gd name="csY8" fmla="*/ 184338 h 184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7" h="184698">
                  <a:moveTo>
                    <a:pt x="163830" y="184338"/>
                  </a:moveTo>
                  <a:lnTo>
                    <a:pt x="28680" y="184698"/>
                  </a:lnTo>
                  <a:cubicBezTo>
                    <a:pt x="12532" y="184742"/>
                    <a:pt x="1049" y="172220"/>
                    <a:pt x="4" y="157275"/>
                  </a:cubicBezTo>
                  <a:lnTo>
                    <a:pt x="0" y="27439"/>
                  </a:lnTo>
                  <a:cubicBezTo>
                    <a:pt x="1024" y="12371"/>
                    <a:pt x="12532" y="-1"/>
                    <a:pt x="28666" y="0"/>
                  </a:cubicBezTo>
                  <a:lnTo>
                    <a:pt x="161688" y="6"/>
                  </a:lnTo>
                  <a:cubicBezTo>
                    <a:pt x="177817" y="7"/>
                    <a:pt x="189304" y="12396"/>
                    <a:pt x="190354" y="27428"/>
                  </a:cubicBezTo>
                  <a:lnTo>
                    <a:pt x="190357" y="157327"/>
                  </a:lnTo>
                  <a:cubicBezTo>
                    <a:pt x="189329" y="169939"/>
                    <a:pt x="180313" y="184294"/>
                    <a:pt x="163830" y="184338"/>
                  </a:cubicBezTo>
                  <a:close/>
                </a:path>
              </a:pathLst>
            </a:custGeom>
            <a:solidFill>
              <a:srgbClr val="7D50AB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F56179F-6B6F-1731-1F72-A2F3BB31C4BC}"/>
                </a:ext>
              </a:extLst>
            </p:cNvPr>
            <p:cNvSpPr/>
            <p:nvPr/>
          </p:nvSpPr>
          <p:spPr>
            <a:xfrm>
              <a:off x="1473850" y="539910"/>
              <a:ext cx="190358" cy="184694"/>
            </a:xfrm>
            <a:custGeom>
              <a:avLst/>
              <a:gdLst>
                <a:gd name="csX0" fmla="*/ 163827 w 190358"/>
                <a:gd name="csY0" fmla="*/ 184334 h 184694"/>
                <a:gd name="csX1" fmla="*/ 28682 w 190358"/>
                <a:gd name="csY1" fmla="*/ 184694 h 184694"/>
                <a:gd name="csX2" fmla="*/ 0 w 190358"/>
                <a:gd name="csY2" fmla="*/ 157263 h 184694"/>
                <a:gd name="csX3" fmla="*/ 0 w 190358"/>
                <a:gd name="csY3" fmla="*/ 27437 h 184694"/>
                <a:gd name="csX4" fmla="*/ 28674 w 190358"/>
                <a:gd name="csY4" fmla="*/ 0 h 184694"/>
                <a:gd name="csX5" fmla="*/ 161684 w 190358"/>
                <a:gd name="csY5" fmla="*/ 3 h 184694"/>
                <a:gd name="csX6" fmla="*/ 190358 w 190358"/>
                <a:gd name="csY6" fmla="*/ 27423 h 184694"/>
                <a:gd name="csX7" fmla="*/ 190355 w 190358"/>
                <a:gd name="csY7" fmla="*/ 157312 h 184694"/>
                <a:gd name="csX8" fmla="*/ 163827 w 190358"/>
                <a:gd name="csY8" fmla="*/ 184334 h 1846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8" h="184694">
                  <a:moveTo>
                    <a:pt x="163827" y="184334"/>
                  </a:moveTo>
                  <a:lnTo>
                    <a:pt x="28682" y="184694"/>
                  </a:lnTo>
                  <a:cubicBezTo>
                    <a:pt x="12516" y="184737"/>
                    <a:pt x="1007" y="172246"/>
                    <a:pt x="0" y="157263"/>
                  </a:cubicBezTo>
                  <a:lnTo>
                    <a:pt x="0" y="27437"/>
                  </a:lnTo>
                  <a:cubicBezTo>
                    <a:pt x="993" y="12318"/>
                    <a:pt x="12510" y="0"/>
                    <a:pt x="28674" y="0"/>
                  </a:cubicBezTo>
                  <a:lnTo>
                    <a:pt x="161684" y="3"/>
                  </a:lnTo>
                  <a:cubicBezTo>
                    <a:pt x="177837" y="3"/>
                    <a:pt x="189351" y="12345"/>
                    <a:pt x="190358" y="27423"/>
                  </a:cubicBezTo>
                  <a:lnTo>
                    <a:pt x="190355" y="157312"/>
                  </a:lnTo>
                  <a:cubicBezTo>
                    <a:pt x="189360" y="169966"/>
                    <a:pt x="180333" y="184290"/>
                    <a:pt x="163827" y="184334"/>
                  </a:cubicBezTo>
                  <a:close/>
                </a:path>
              </a:pathLst>
            </a:custGeom>
            <a:solidFill>
              <a:srgbClr val="DB0196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2B92A2F-F005-2F44-7FD8-C5FC2FB193FE}"/>
                </a:ext>
              </a:extLst>
            </p:cNvPr>
            <p:cNvSpPr/>
            <p:nvPr/>
          </p:nvSpPr>
          <p:spPr>
            <a:xfrm>
              <a:off x="1711719" y="539915"/>
              <a:ext cx="190351" cy="185031"/>
            </a:xfrm>
            <a:custGeom>
              <a:avLst/>
              <a:gdLst>
                <a:gd name="csX0" fmla="*/ 163853 w 190351"/>
                <a:gd name="csY0" fmla="*/ 185032 h 185031"/>
                <a:gd name="csX1" fmla="*/ 28670 w 190351"/>
                <a:gd name="csY1" fmla="*/ 184671 h 185031"/>
                <a:gd name="csX2" fmla="*/ 0 w 190351"/>
                <a:gd name="csY2" fmla="*/ 157235 h 185031"/>
                <a:gd name="csX3" fmla="*/ 1 w 190351"/>
                <a:gd name="csY3" fmla="*/ 27434 h 185031"/>
                <a:gd name="csX4" fmla="*/ 28667 w 190351"/>
                <a:gd name="csY4" fmla="*/ 0 h 185031"/>
                <a:gd name="csX5" fmla="*/ 161679 w 190351"/>
                <a:gd name="csY5" fmla="*/ 15 h 185031"/>
                <a:gd name="csX6" fmla="*/ 190351 w 190351"/>
                <a:gd name="csY6" fmla="*/ 27438 h 185031"/>
                <a:gd name="csX7" fmla="*/ 190351 w 190351"/>
                <a:gd name="csY7" fmla="*/ 157159 h 185031"/>
                <a:gd name="csX8" fmla="*/ 163853 w 190351"/>
                <a:gd name="csY8" fmla="*/ 185032 h 1850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1" h="185031">
                  <a:moveTo>
                    <a:pt x="163853" y="185032"/>
                  </a:moveTo>
                  <a:lnTo>
                    <a:pt x="28670" y="184671"/>
                  </a:lnTo>
                  <a:cubicBezTo>
                    <a:pt x="12533" y="184628"/>
                    <a:pt x="1052" y="172409"/>
                    <a:pt x="0" y="157235"/>
                  </a:cubicBezTo>
                  <a:lnTo>
                    <a:pt x="1" y="27434"/>
                  </a:lnTo>
                  <a:cubicBezTo>
                    <a:pt x="1056" y="12349"/>
                    <a:pt x="12521" y="-2"/>
                    <a:pt x="28667" y="0"/>
                  </a:cubicBezTo>
                  <a:lnTo>
                    <a:pt x="161679" y="15"/>
                  </a:lnTo>
                  <a:cubicBezTo>
                    <a:pt x="177820" y="17"/>
                    <a:pt x="189311" y="12346"/>
                    <a:pt x="190351" y="27438"/>
                  </a:cubicBezTo>
                  <a:lnTo>
                    <a:pt x="190351" y="157159"/>
                  </a:lnTo>
                  <a:cubicBezTo>
                    <a:pt x="189373" y="171282"/>
                    <a:pt x="180242" y="181891"/>
                    <a:pt x="163853" y="185032"/>
                  </a:cubicBezTo>
                  <a:close/>
                </a:path>
              </a:pathLst>
            </a:custGeom>
            <a:solidFill>
              <a:srgbClr val="1464B8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987090F1-792C-FE3E-E974-16AC11A3F5D7}"/>
                </a:ext>
              </a:extLst>
            </p:cNvPr>
            <p:cNvSpPr/>
            <p:nvPr/>
          </p:nvSpPr>
          <p:spPr>
            <a:xfrm>
              <a:off x="2424667" y="539095"/>
              <a:ext cx="192290" cy="186811"/>
            </a:xfrm>
            <a:custGeom>
              <a:avLst/>
              <a:gdLst>
                <a:gd name="csX0" fmla="*/ 164774 w 192290"/>
                <a:gd name="csY0" fmla="*/ 186811 h 186811"/>
                <a:gd name="csX1" fmla="*/ 29155 w 192290"/>
                <a:gd name="csY1" fmla="*/ 186441 h 186811"/>
                <a:gd name="csX2" fmla="*/ 0 w 192290"/>
                <a:gd name="csY2" fmla="*/ 158350 h 186811"/>
                <a:gd name="csX3" fmla="*/ 3 w 192290"/>
                <a:gd name="csY3" fmla="*/ 27970 h 186811"/>
                <a:gd name="csX4" fmla="*/ 29083 w 192290"/>
                <a:gd name="csY4" fmla="*/ 15 h 186811"/>
                <a:gd name="csX5" fmla="*/ 162549 w 192290"/>
                <a:gd name="csY5" fmla="*/ 0 h 186811"/>
                <a:gd name="csX6" fmla="*/ 192290 w 192290"/>
                <a:gd name="csY6" fmla="*/ 32567 h 186811"/>
                <a:gd name="csX7" fmla="*/ 192257 w 192290"/>
                <a:gd name="csY7" fmla="*/ 153677 h 186811"/>
                <a:gd name="csX8" fmla="*/ 164774 w 192290"/>
                <a:gd name="csY8" fmla="*/ 186811 h 186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2290" h="186811">
                  <a:moveTo>
                    <a:pt x="164774" y="186811"/>
                  </a:moveTo>
                  <a:lnTo>
                    <a:pt x="29155" y="186441"/>
                  </a:lnTo>
                  <a:cubicBezTo>
                    <a:pt x="13402" y="186398"/>
                    <a:pt x="0" y="173901"/>
                    <a:pt x="0" y="158350"/>
                  </a:cubicBezTo>
                  <a:lnTo>
                    <a:pt x="3" y="27970"/>
                  </a:lnTo>
                  <a:cubicBezTo>
                    <a:pt x="3" y="12441"/>
                    <a:pt x="13292" y="17"/>
                    <a:pt x="29083" y="15"/>
                  </a:cubicBezTo>
                  <a:lnTo>
                    <a:pt x="162549" y="0"/>
                  </a:lnTo>
                  <a:cubicBezTo>
                    <a:pt x="181398" y="-2"/>
                    <a:pt x="192295" y="15232"/>
                    <a:pt x="192290" y="32567"/>
                  </a:cubicBezTo>
                  <a:lnTo>
                    <a:pt x="192257" y="153677"/>
                  </a:lnTo>
                  <a:cubicBezTo>
                    <a:pt x="192253" y="169854"/>
                    <a:pt x="183741" y="183280"/>
                    <a:pt x="164774" y="186811"/>
                  </a:cubicBezTo>
                  <a:close/>
                </a:path>
              </a:pathLst>
            </a:custGeom>
            <a:solidFill>
              <a:srgbClr val="A5A5A5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1B88E3D-9533-B096-8BCE-CA190AE51671}"/>
                </a:ext>
              </a:extLst>
            </p:cNvPr>
            <p:cNvSpPr/>
            <p:nvPr/>
          </p:nvSpPr>
          <p:spPr>
            <a:xfrm>
              <a:off x="1949585" y="539885"/>
              <a:ext cx="190354" cy="184719"/>
            </a:xfrm>
            <a:custGeom>
              <a:avLst/>
              <a:gdLst>
                <a:gd name="csX0" fmla="*/ 163827 w 190354"/>
                <a:gd name="csY0" fmla="*/ 184358 h 184719"/>
                <a:gd name="csX1" fmla="*/ 28678 w 190354"/>
                <a:gd name="csY1" fmla="*/ 184719 h 184719"/>
                <a:gd name="csX2" fmla="*/ 3 w 190354"/>
                <a:gd name="csY2" fmla="*/ 157286 h 184719"/>
                <a:gd name="csX3" fmla="*/ 0 w 190354"/>
                <a:gd name="csY3" fmla="*/ 27456 h 184719"/>
                <a:gd name="csX4" fmla="*/ 28663 w 190354"/>
                <a:gd name="csY4" fmla="*/ 0 h 184719"/>
                <a:gd name="csX5" fmla="*/ 161691 w 190354"/>
                <a:gd name="csY5" fmla="*/ 1 h 184719"/>
                <a:gd name="csX6" fmla="*/ 190351 w 190354"/>
                <a:gd name="csY6" fmla="*/ 27447 h 184719"/>
                <a:gd name="csX7" fmla="*/ 190355 w 190354"/>
                <a:gd name="csY7" fmla="*/ 157340 h 184719"/>
                <a:gd name="csX8" fmla="*/ 163827 w 190354"/>
                <a:gd name="csY8" fmla="*/ 184358 h 184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4" h="184719">
                  <a:moveTo>
                    <a:pt x="163827" y="184358"/>
                  </a:moveTo>
                  <a:lnTo>
                    <a:pt x="28678" y="184719"/>
                  </a:lnTo>
                  <a:cubicBezTo>
                    <a:pt x="12514" y="184762"/>
                    <a:pt x="1037" y="172259"/>
                    <a:pt x="3" y="157286"/>
                  </a:cubicBezTo>
                  <a:lnTo>
                    <a:pt x="0" y="27456"/>
                  </a:lnTo>
                  <a:cubicBezTo>
                    <a:pt x="1012" y="12377"/>
                    <a:pt x="12523" y="0"/>
                    <a:pt x="28663" y="0"/>
                  </a:cubicBezTo>
                  <a:lnTo>
                    <a:pt x="161691" y="1"/>
                  </a:lnTo>
                  <a:cubicBezTo>
                    <a:pt x="177827" y="2"/>
                    <a:pt x="189306" y="12404"/>
                    <a:pt x="190351" y="27447"/>
                  </a:cubicBezTo>
                  <a:lnTo>
                    <a:pt x="190355" y="157340"/>
                  </a:lnTo>
                  <a:cubicBezTo>
                    <a:pt x="189345" y="169977"/>
                    <a:pt x="180323" y="184314"/>
                    <a:pt x="163827" y="184358"/>
                  </a:cubicBezTo>
                  <a:close/>
                </a:path>
              </a:pathLst>
            </a:custGeom>
            <a:solidFill>
              <a:srgbClr val="01A47C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1AA01A9C-6EC1-5BF7-0F91-FD16FFCB316E}"/>
                </a:ext>
              </a:extLst>
            </p:cNvPr>
            <p:cNvSpPr/>
            <p:nvPr/>
          </p:nvSpPr>
          <p:spPr>
            <a:xfrm>
              <a:off x="2661739" y="538768"/>
              <a:ext cx="193515" cy="187560"/>
            </a:xfrm>
            <a:custGeom>
              <a:avLst/>
              <a:gdLst>
                <a:gd name="csX0" fmla="*/ 158824 w 193515"/>
                <a:gd name="csY0" fmla="*/ 187561 h 187560"/>
                <a:gd name="csX1" fmla="*/ 34429 w 193515"/>
                <a:gd name="csY1" fmla="*/ 187535 h 187560"/>
                <a:gd name="csX2" fmla="*/ 0 w 193515"/>
                <a:gd name="csY2" fmla="*/ 154040 h 187560"/>
                <a:gd name="csX3" fmla="*/ 28 w 193515"/>
                <a:gd name="csY3" fmla="*/ 32796 h 187560"/>
                <a:gd name="csX4" fmla="*/ 29682 w 193515"/>
                <a:gd name="csY4" fmla="*/ 236 h 187560"/>
                <a:gd name="csX5" fmla="*/ 167740 w 193515"/>
                <a:gd name="csY5" fmla="*/ 0 h 187560"/>
                <a:gd name="csX6" fmla="*/ 193482 w 193515"/>
                <a:gd name="csY6" fmla="*/ 33068 h 187560"/>
                <a:gd name="csX7" fmla="*/ 193515 w 193515"/>
                <a:gd name="csY7" fmla="*/ 153845 h 187560"/>
                <a:gd name="csX8" fmla="*/ 158824 w 193515"/>
                <a:gd name="csY8" fmla="*/ 187561 h 187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3515" h="187560">
                  <a:moveTo>
                    <a:pt x="158824" y="187561"/>
                  </a:moveTo>
                  <a:lnTo>
                    <a:pt x="34429" y="187535"/>
                  </a:lnTo>
                  <a:cubicBezTo>
                    <a:pt x="13520" y="187531"/>
                    <a:pt x="-5" y="174472"/>
                    <a:pt x="0" y="154040"/>
                  </a:cubicBezTo>
                  <a:lnTo>
                    <a:pt x="28" y="32796"/>
                  </a:lnTo>
                  <a:cubicBezTo>
                    <a:pt x="32" y="15491"/>
                    <a:pt x="10796" y="268"/>
                    <a:pt x="29682" y="236"/>
                  </a:cubicBezTo>
                  <a:lnTo>
                    <a:pt x="167740" y="0"/>
                  </a:lnTo>
                  <a:cubicBezTo>
                    <a:pt x="184522" y="3439"/>
                    <a:pt x="193477" y="16672"/>
                    <a:pt x="193482" y="33068"/>
                  </a:cubicBezTo>
                  <a:lnTo>
                    <a:pt x="193515" y="153845"/>
                  </a:lnTo>
                  <a:cubicBezTo>
                    <a:pt x="193521" y="174213"/>
                    <a:pt x="179670" y="187565"/>
                    <a:pt x="158824" y="187561"/>
                  </a:cubicBezTo>
                  <a:close/>
                </a:path>
              </a:pathLst>
            </a:custGeom>
            <a:solidFill>
              <a:srgbClr val="BBBBBB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881217A2-BD69-E41F-D3DE-B4446608095F}"/>
                </a:ext>
              </a:extLst>
            </p:cNvPr>
            <p:cNvSpPr/>
            <p:nvPr/>
          </p:nvSpPr>
          <p:spPr>
            <a:xfrm>
              <a:off x="2187451" y="539913"/>
              <a:ext cx="190354" cy="184692"/>
            </a:xfrm>
            <a:custGeom>
              <a:avLst/>
              <a:gdLst>
                <a:gd name="csX0" fmla="*/ 163829 w 190354"/>
                <a:gd name="csY0" fmla="*/ 184328 h 184692"/>
                <a:gd name="csX1" fmla="*/ 28676 w 190354"/>
                <a:gd name="csY1" fmla="*/ 184692 h 184692"/>
                <a:gd name="csX2" fmla="*/ 2 w 190354"/>
                <a:gd name="csY2" fmla="*/ 157262 h 184692"/>
                <a:gd name="csX3" fmla="*/ 0 w 190354"/>
                <a:gd name="csY3" fmla="*/ 27430 h 184692"/>
                <a:gd name="csX4" fmla="*/ 28670 w 190354"/>
                <a:gd name="csY4" fmla="*/ 2 h 184692"/>
                <a:gd name="csX5" fmla="*/ 161687 w 190354"/>
                <a:gd name="csY5" fmla="*/ 0 h 184692"/>
                <a:gd name="csX6" fmla="*/ 190353 w 190354"/>
                <a:gd name="csY6" fmla="*/ 27420 h 184692"/>
                <a:gd name="csX7" fmla="*/ 190354 w 190354"/>
                <a:gd name="csY7" fmla="*/ 157313 h 184692"/>
                <a:gd name="csX8" fmla="*/ 163829 w 190354"/>
                <a:gd name="csY8" fmla="*/ 184328 h 184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4" h="184692">
                  <a:moveTo>
                    <a:pt x="163829" y="184328"/>
                  </a:moveTo>
                  <a:lnTo>
                    <a:pt x="28676" y="184692"/>
                  </a:lnTo>
                  <a:cubicBezTo>
                    <a:pt x="12526" y="184736"/>
                    <a:pt x="1071" y="172207"/>
                    <a:pt x="2" y="157262"/>
                  </a:cubicBezTo>
                  <a:lnTo>
                    <a:pt x="0" y="27430"/>
                  </a:lnTo>
                  <a:cubicBezTo>
                    <a:pt x="1031" y="12357"/>
                    <a:pt x="12531" y="2"/>
                    <a:pt x="28670" y="2"/>
                  </a:cubicBezTo>
                  <a:lnTo>
                    <a:pt x="161687" y="0"/>
                  </a:lnTo>
                  <a:cubicBezTo>
                    <a:pt x="177824" y="0"/>
                    <a:pt x="189285" y="12379"/>
                    <a:pt x="190353" y="27420"/>
                  </a:cubicBezTo>
                  <a:lnTo>
                    <a:pt x="190354" y="157313"/>
                  </a:lnTo>
                  <a:cubicBezTo>
                    <a:pt x="189312" y="169929"/>
                    <a:pt x="180317" y="184283"/>
                    <a:pt x="163829" y="184328"/>
                  </a:cubicBezTo>
                  <a:close/>
                </a:path>
              </a:pathLst>
            </a:custGeom>
            <a:solidFill>
              <a:srgbClr val="585858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A82456F2-C1AA-5607-B561-D89C72A85BA8}"/>
                </a:ext>
              </a:extLst>
            </p:cNvPr>
            <p:cNvSpPr/>
            <p:nvPr/>
          </p:nvSpPr>
          <p:spPr>
            <a:xfrm>
              <a:off x="522386" y="539885"/>
              <a:ext cx="190356" cy="184714"/>
            </a:xfrm>
            <a:custGeom>
              <a:avLst/>
              <a:gdLst>
                <a:gd name="csX0" fmla="*/ 163831 w 190356"/>
                <a:gd name="csY0" fmla="*/ 184359 h 184714"/>
                <a:gd name="csX1" fmla="*/ 28680 w 190356"/>
                <a:gd name="csY1" fmla="*/ 184715 h 184714"/>
                <a:gd name="csX2" fmla="*/ 4 w 190356"/>
                <a:gd name="csY2" fmla="*/ 157290 h 184714"/>
                <a:gd name="csX3" fmla="*/ 0 w 190356"/>
                <a:gd name="csY3" fmla="*/ 27456 h 184714"/>
                <a:gd name="csX4" fmla="*/ 28663 w 190356"/>
                <a:gd name="csY4" fmla="*/ 0 h 184714"/>
                <a:gd name="csX5" fmla="*/ 161688 w 190356"/>
                <a:gd name="csY5" fmla="*/ 12 h 184714"/>
                <a:gd name="csX6" fmla="*/ 190351 w 190356"/>
                <a:gd name="csY6" fmla="*/ 27445 h 184714"/>
                <a:gd name="csX7" fmla="*/ 190357 w 190356"/>
                <a:gd name="csY7" fmla="*/ 157343 h 184714"/>
                <a:gd name="csX8" fmla="*/ 163831 w 190356"/>
                <a:gd name="csY8" fmla="*/ 184359 h 184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6" h="184714">
                  <a:moveTo>
                    <a:pt x="163831" y="184359"/>
                  </a:moveTo>
                  <a:lnTo>
                    <a:pt x="28680" y="184715"/>
                  </a:lnTo>
                  <a:cubicBezTo>
                    <a:pt x="12523" y="184757"/>
                    <a:pt x="1033" y="172251"/>
                    <a:pt x="4" y="157290"/>
                  </a:cubicBezTo>
                  <a:lnTo>
                    <a:pt x="0" y="27456"/>
                  </a:lnTo>
                  <a:cubicBezTo>
                    <a:pt x="1030" y="12391"/>
                    <a:pt x="12528" y="-1"/>
                    <a:pt x="28663" y="0"/>
                  </a:cubicBezTo>
                  <a:lnTo>
                    <a:pt x="161688" y="12"/>
                  </a:lnTo>
                  <a:cubicBezTo>
                    <a:pt x="177819" y="14"/>
                    <a:pt x="189315" y="12409"/>
                    <a:pt x="190351" y="27445"/>
                  </a:cubicBezTo>
                  <a:lnTo>
                    <a:pt x="190357" y="157343"/>
                  </a:lnTo>
                  <a:cubicBezTo>
                    <a:pt x="189323" y="169959"/>
                    <a:pt x="180315" y="184315"/>
                    <a:pt x="163831" y="184359"/>
                  </a:cubicBezTo>
                  <a:close/>
                </a:path>
              </a:pathLst>
            </a:custGeom>
            <a:solidFill>
              <a:srgbClr val="F9550B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983933C-8CED-B96A-9C0E-07EA8834FB48}"/>
                </a:ext>
              </a:extLst>
            </p:cNvPr>
            <p:cNvSpPr/>
            <p:nvPr/>
          </p:nvSpPr>
          <p:spPr>
            <a:xfrm>
              <a:off x="998121" y="539900"/>
              <a:ext cx="190353" cy="184704"/>
            </a:xfrm>
            <a:custGeom>
              <a:avLst/>
              <a:gdLst>
                <a:gd name="csX0" fmla="*/ 163826 w 190353"/>
                <a:gd name="csY0" fmla="*/ 184342 h 184704"/>
                <a:gd name="csX1" fmla="*/ 28675 w 190353"/>
                <a:gd name="csY1" fmla="*/ 184704 h 184704"/>
                <a:gd name="csX2" fmla="*/ 0 w 190353"/>
                <a:gd name="csY2" fmla="*/ 157273 h 184704"/>
                <a:gd name="csX3" fmla="*/ 0 w 190353"/>
                <a:gd name="csY3" fmla="*/ 27446 h 184704"/>
                <a:gd name="csX4" fmla="*/ 28667 w 190353"/>
                <a:gd name="csY4" fmla="*/ 0 h 184704"/>
                <a:gd name="csX5" fmla="*/ 161687 w 190353"/>
                <a:gd name="csY5" fmla="*/ 2 h 184704"/>
                <a:gd name="csX6" fmla="*/ 190351 w 190353"/>
                <a:gd name="csY6" fmla="*/ 27432 h 184704"/>
                <a:gd name="csX7" fmla="*/ 190354 w 190353"/>
                <a:gd name="csY7" fmla="*/ 157327 h 184704"/>
                <a:gd name="csX8" fmla="*/ 163826 w 190353"/>
                <a:gd name="csY8" fmla="*/ 184342 h 18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3" h="184704">
                  <a:moveTo>
                    <a:pt x="163826" y="184342"/>
                  </a:moveTo>
                  <a:lnTo>
                    <a:pt x="28675" y="184704"/>
                  </a:lnTo>
                  <a:cubicBezTo>
                    <a:pt x="12519" y="184748"/>
                    <a:pt x="1051" y="172230"/>
                    <a:pt x="0" y="157273"/>
                  </a:cubicBezTo>
                  <a:lnTo>
                    <a:pt x="0" y="27446"/>
                  </a:lnTo>
                  <a:cubicBezTo>
                    <a:pt x="1004" y="12341"/>
                    <a:pt x="12510" y="0"/>
                    <a:pt x="28667" y="0"/>
                  </a:cubicBezTo>
                  <a:lnTo>
                    <a:pt x="161687" y="2"/>
                  </a:lnTo>
                  <a:cubicBezTo>
                    <a:pt x="177824" y="2"/>
                    <a:pt x="189297" y="12388"/>
                    <a:pt x="190351" y="27432"/>
                  </a:cubicBezTo>
                  <a:lnTo>
                    <a:pt x="190354" y="157327"/>
                  </a:lnTo>
                  <a:cubicBezTo>
                    <a:pt x="189345" y="169955"/>
                    <a:pt x="180315" y="184297"/>
                    <a:pt x="163826" y="184342"/>
                  </a:cubicBezTo>
                  <a:close/>
                </a:path>
              </a:pathLst>
            </a:custGeom>
            <a:solidFill>
              <a:srgbClr val="C35701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1232BDD7-7642-2259-3DC4-85B60FB654B7}"/>
                </a:ext>
              </a:extLst>
            </p:cNvPr>
            <p:cNvSpPr/>
            <p:nvPr/>
          </p:nvSpPr>
          <p:spPr>
            <a:xfrm>
              <a:off x="760254" y="539900"/>
              <a:ext cx="190353" cy="184704"/>
            </a:xfrm>
            <a:custGeom>
              <a:avLst/>
              <a:gdLst>
                <a:gd name="csX0" fmla="*/ 163826 w 190353"/>
                <a:gd name="csY0" fmla="*/ 184342 h 184704"/>
                <a:gd name="csX1" fmla="*/ 28675 w 190353"/>
                <a:gd name="csY1" fmla="*/ 184704 h 184704"/>
                <a:gd name="csX2" fmla="*/ 0 w 190353"/>
                <a:gd name="csY2" fmla="*/ 157273 h 184704"/>
                <a:gd name="csX3" fmla="*/ 0 w 190353"/>
                <a:gd name="csY3" fmla="*/ 27446 h 184704"/>
                <a:gd name="csX4" fmla="*/ 28667 w 190353"/>
                <a:gd name="csY4" fmla="*/ 0 h 184704"/>
                <a:gd name="csX5" fmla="*/ 161687 w 190353"/>
                <a:gd name="csY5" fmla="*/ 2 h 184704"/>
                <a:gd name="csX6" fmla="*/ 190351 w 190353"/>
                <a:gd name="csY6" fmla="*/ 27432 h 184704"/>
                <a:gd name="csX7" fmla="*/ 190354 w 190353"/>
                <a:gd name="csY7" fmla="*/ 157327 h 184704"/>
                <a:gd name="csX8" fmla="*/ 163826 w 190353"/>
                <a:gd name="csY8" fmla="*/ 184342 h 18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3" h="184704">
                  <a:moveTo>
                    <a:pt x="163826" y="184342"/>
                  </a:moveTo>
                  <a:lnTo>
                    <a:pt x="28675" y="184704"/>
                  </a:lnTo>
                  <a:cubicBezTo>
                    <a:pt x="12519" y="184748"/>
                    <a:pt x="1051" y="172230"/>
                    <a:pt x="0" y="157273"/>
                  </a:cubicBezTo>
                  <a:lnTo>
                    <a:pt x="0" y="27446"/>
                  </a:lnTo>
                  <a:cubicBezTo>
                    <a:pt x="1004" y="12341"/>
                    <a:pt x="12510" y="0"/>
                    <a:pt x="28667" y="0"/>
                  </a:cubicBezTo>
                  <a:lnTo>
                    <a:pt x="161687" y="2"/>
                  </a:lnTo>
                  <a:cubicBezTo>
                    <a:pt x="177824" y="2"/>
                    <a:pt x="189297" y="12388"/>
                    <a:pt x="190351" y="27432"/>
                  </a:cubicBezTo>
                  <a:lnTo>
                    <a:pt x="190354" y="157327"/>
                  </a:lnTo>
                  <a:cubicBezTo>
                    <a:pt x="189345" y="169955"/>
                    <a:pt x="180315" y="184297"/>
                    <a:pt x="163826" y="184342"/>
                  </a:cubicBezTo>
                  <a:close/>
                </a:path>
              </a:pathLst>
            </a:custGeom>
            <a:solidFill>
              <a:srgbClr val="000063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681D60F-4A4D-06FA-09B6-0F548969820A}"/>
                </a:ext>
              </a:extLst>
            </p:cNvPr>
            <p:cNvSpPr/>
            <p:nvPr/>
          </p:nvSpPr>
          <p:spPr>
            <a:xfrm>
              <a:off x="2899779" y="538768"/>
              <a:ext cx="193515" cy="187560"/>
            </a:xfrm>
            <a:custGeom>
              <a:avLst/>
              <a:gdLst>
                <a:gd name="csX0" fmla="*/ 158824 w 193515"/>
                <a:gd name="csY0" fmla="*/ 187561 h 187560"/>
                <a:gd name="csX1" fmla="*/ 34429 w 193515"/>
                <a:gd name="csY1" fmla="*/ 187535 h 187560"/>
                <a:gd name="csX2" fmla="*/ 0 w 193515"/>
                <a:gd name="csY2" fmla="*/ 154040 h 187560"/>
                <a:gd name="csX3" fmla="*/ 28 w 193515"/>
                <a:gd name="csY3" fmla="*/ 32796 h 187560"/>
                <a:gd name="csX4" fmla="*/ 29682 w 193515"/>
                <a:gd name="csY4" fmla="*/ 236 h 187560"/>
                <a:gd name="csX5" fmla="*/ 167740 w 193515"/>
                <a:gd name="csY5" fmla="*/ 0 h 187560"/>
                <a:gd name="csX6" fmla="*/ 193482 w 193515"/>
                <a:gd name="csY6" fmla="*/ 33068 h 187560"/>
                <a:gd name="csX7" fmla="*/ 193515 w 193515"/>
                <a:gd name="csY7" fmla="*/ 153845 h 187560"/>
                <a:gd name="csX8" fmla="*/ 158824 w 193515"/>
                <a:gd name="csY8" fmla="*/ 187561 h 187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3515" h="187560">
                  <a:moveTo>
                    <a:pt x="158824" y="187561"/>
                  </a:moveTo>
                  <a:lnTo>
                    <a:pt x="34429" y="187535"/>
                  </a:lnTo>
                  <a:cubicBezTo>
                    <a:pt x="13520" y="187531"/>
                    <a:pt x="-5" y="174472"/>
                    <a:pt x="0" y="154040"/>
                  </a:cubicBezTo>
                  <a:lnTo>
                    <a:pt x="28" y="32796"/>
                  </a:lnTo>
                  <a:cubicBezTo>
                    <a:pt x="32" y="15491"/>
                    <a:pt x="10796" y="268"/>
                    <a:pt x="29682" y="236"/>
                  </a:cubicBezTo>
                  <a:lnTo>
                    <a:pt x="167740" y="0"/>
                  </a:lnTo>
                  <a:cubicBezTo>
                    <a:pt x="184522" y="3439"/>
                    <a:pt x="193477" y="16672"/>
                    <a:pt x="193482" y="33068"/>
                  </a:cubicBezTo>
                  <a:lnTo>
                    <a:pt x="193515" y="153845"/>
                  </a:lnTo>
                  <a:cubicBezTo>
                    <a:pt x="193521" y="174213"/>
                    <a:pt x="179670" y="187565"/>
                    <a:pt x="158824" y="187561"/>
                  </a:cubicBezTo>
                  <a:close/>
                </a:path>
              </a:pathLst>
            </a:custGeom>
            <a:solidFill>
              <a:srgbClr val="D3D3D3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19E2F-9768-DE75-47E9-EA4FA7F8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7EF459B-D3AF-EB74-9A19-109E977A22D3}"/>
              </a:ext>
            </a:extLst>
          </p:cNvPr>
          <p:cNvSpPr/>
          <p:nvPr/>
        </p:nvSpPr>
        <p:spPr>
          <a:xfrm>
            <a:off x="6096000" y="3462998"/>
            <a:ext cx="6096000" cy="3395002"/>
          </a:xfrm>
          <a:prstGeom prst="rect">
            <a:avLst/>
          </a:prstGeom>
          <a:solidFill>
            <a:srgbClr val="0000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 0">
            <a:extLst>
              <a:ext uri="{FF2B5EF4-FFF2-40B4-BE49-F238E27FC236}">
                <a16:creationId xmlns:a16="http://schemas.microsoft.com/office/drawing/2014/main" id="{98E837F7-5E38-1058-F5C0-500299205B2C}"/>
              </a:ext>
            </a:extLst>
          </p:cNvPr>
          <p:cNvSpPr/>
          <p:nvPr/>
        </p:nvSpPr>
        <p:spPr>
          <a:xfrm>
            <a:off x="6725598" y="3644001"/>
            <a:ext cx="4631788" cy="257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· Categorical Charts · D on Dark</a:t>
            </a:r>
            <a:endParaRPr lang="en-US" sz="1400" dirty="0"/>
          </a:p>
        </p:txBody>
      </p:sp>
      <p:sp>
        <p:nvSpPr>
          <p:cNvPr id="89" name="Text 0">
            <a:extLst>
              <a:ext uri="{FF2B5EF4-FFF2-40B4-BE49-F238E27FC236}">
                <a16:creationId xmlns:a16="http://schemas.microsoft.com/office/drawing/2014/main" id="{EB5B262F-28E5-E14A-B981-3A417DAF9B18}"/>
              </a:ext>
            </a:extLst>
          </p:cNvPr>
          <p:cNvSpPr/>
          <p:nvPr/>
        </p:nvSpPr>
        <p:spPr>
          <a:xfrm>
            <a:off x="626012" y="3644001"/>
            <a:ext cx="4631788" cy="257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HAP · Categorical Charts · D on White</a:t>
            </a:r>
            <a:endParaRPr lang="en-US" sz="1400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AE5D416-28EA-BC58-3C8B-47BF15DA6288}"/>
              </a:ext>
            </a:extLst>
          </p:cNvPr>
          <p:cNvGrpSpPr/>
          <p:nvPr/>
        </p:nvGrpSpPr>
        <p:grpSpPr>
          <a:xfrm>
            <a:off x="753035" y="5994872"/>
            <a:ext cx="4516419" cy="476665"/>
            <a:chOff x="4940883" y="5852160"/>
            <a:chExt cx="7115107" cy="1284692"/>
          </a:xfrm>
        </p:grpSpPr>
        <p:sp>
          <p:nvSpPr>
            <p:cNvPr id="93" name="Shape 1">
              <a:extLst>
                <a:ext uri="{FF2B5EF4-FFF2-40B4-BE49-F238E27FC236}">
                  <a16:creationId xmlns:a16="http://schemas.microsoft.com/office/drawing/2014/main" id="{CD195116-4FB3-5CEB-DD5B-B991E29DD0E2}"/>
                </a:ext>
              </a:extLst>
            </p:cNvPr>
            <p:cNvSpPr/>
            <p:nvPr/>
          </p:nvSpPr>
          <p:spPr>
            <a:xfrm>
              <a:off x="8544694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818A98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Text 2">
              <a:extLst>
                <a:ext uri="{FF2B5EF4-FFF2-40B4-BE49-F238E27FC236}">
                  <a16:creationId xmlns:a16="http://schemas.microsoft.com/office/drawing/2014/main" id="{407D9CD1-EE90-05FE-C64E-3EE2F2556FB9}"/>
                </a:ext>
              </a:extLst>
            </p:cNvPr>
            <p:cNvSpPr/>
            <p:nvPr/>
          </p:nvSpPr>
          <p:spPr>
            <a:xfrm>
              <a:off x="8544694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#818A98</a:t>
              </a:r>
            </a:p>
            <a:p>
              <a:pPr marL="0" indent="0" algn="ctr">
                <a:buNone/>
              </a:pPr>
              <a:endPara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95" name="Shape 3">
              <a:extLst>
                <a:ext uri="{FF2B5EF4-FFF2-40B4-BE49-F238E27FC236}">
                  <a16:creationId xmlns:a16="http://schemas.microsoft.com/office/drawing/2014/main" id="{C4AB7D87-E0D7-F489-C673-14EA7CAAE658}"/>
                </a:ext>
              </a:extLst>
            </p:cNvPr>
            <p:cNvSpPr/>
            <p:nvPr/>
          </p:nvSpPr>
          <p:spPr>
            <a:xfrm>
              <a:off x="9751702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9FA5AD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 4">
              <a:extLst>
                <a:ext uri="{FF2B5EF4-FFF2-40B4-BE49-F238E27FC236}">
                  <a16:creationId xmlns:a16="http://schemas.microsoft.com/office/drawing/2014/main" id="{0531D7BF-53F5-236E-E87B-C8F0DAE96F41}"/>
                </a:ext>
              </a:extLst>
            </p:cNvPr>
            <p:cNvSpPr/>
            <p:nvPr/>
          </p:nvSpPr>
          <p:spPr>
            <a:xfrm>
              <a:off x="9751702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#9FA5AD</a:t>
              </a:r>
            </a:p>
            <a:p>
              <a:pPr marL="0" indent="0" algn="ctr">
                <a:buNone/>
              </a:pPr>
              <a:endPara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97" name="Shape 5">
              <a:extLst>
                <a:ext uri="{FF2B5EF4-FFF2-40B4-BE49-F238E27FC236}">
                  <a16:creationId xmlns:a16="http://schemas.microsoft.com/office/drawing/2014/main" id="{D653E830-48C7-8A5A-007C-BB062ECCD2B1}"/>
                </a:ext>
              </a:extLst>
            </p:cNvPr>
            <p:cNvSpPr/>
            <p:nvPr/>
          </p:nvSpPr>
          <p:spPr>
            <a:xfrm>
              <a:off x="10958710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BBBFC3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 6">
              <a:extLst>
                <a:ext uri="{FF2B5EF4-FFF2-40B4-BE49-F238E27FC236}">
                  <a16:creationId xmlns:a16="http://schemas.microsoft.com/office/drawing/2014/main" id="{3FCD93F3-4671-D100-142C-236A6086A431}"/>
                </a:ext>
              </a:extLst>
            </p:cNvPr>
            <p:cNvSpPr/>
            <p:nvPr/>
          </p:nvSpPr>
          <p:spPr>
            <a:xfrm>
              <a:off x="1095870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#BBBFC3</a:t>
              </a:r>
            </a:p>
            <a:p>
              <a:pPr marL="0" indent="0" algn="ctr">
                <a:buNone/>
              </a:pPr>
              <a:endPara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99" name="Shape 1">
              <a:extLst>
                <a:ext uri="{FF2B5EF4-FFF2-40B4-BE49-F238E27FC236}">
                  <a16:creationId xmlns:a16="http://schemas.microsoft.com/office/drawing/2014/main" id="{0D85172F-2123-09A9-82DB-211758C7BCFB}"/>
                </a:ext>
              </a:extLst>
            </p:cNvPr>
            <p:cNvSpPr/>
            <p:nvPr/>
          </p:nvSpPr>
          <p:spPr>
            <a:xfrm>
              <a:off x="4940883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2DD264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Text 2">
              <a:extLst>
                <a:ext uri="{FF2B5EF4-FFF2-40B4-BE49-F238E27FC236}">
                  <a16:creationId xmlns:a16="http://schemas.microsoft.com/office/drawing/2014/main" id="{A5D3440A-37D3-F803-3F16-92F507B044AA}"/>
                </a:ext>
              </a:extLst>
            </p:cNvPr>
            <p:cNvSpPr/>
            <p:nvPr/>
          </p:nvSpPr>
          <p:spPr>
            <a:xfrm>
              <a:off x="4940883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#2DD264</a:t>
              </a:r>
            </a:p>
            <a:p>
              <a:pPr marL="0" indent="0" algn="ctr">
                <a:buNone/>
              </a:pPr>
              <a:endPara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01" name="Shape 3">
              <a:extLst>
                <a:ext uri="{FF2B5EF4-FFF2-40B4-BE49-F238E27FC236}">
                  <a16:creationId xmlns:a16="http://schemas.microsoft.com/office/drawing/2014/main" id="{A88D25B2-DEC2-924E-F038-BB150F2DC289}"/>
                </a:ext>
              </a:extLst>
            </p:cNvPr>
            <p:cNvSpPr/>
            <p:nvPr/>
          </p:nvSpPr>
          <p:spPr>
            <a:xfrm>
              <a:off x="6147891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EC9C13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 4">
              <a:extLst>
                <a:ext uri="{FF2B5EF4-FFF2-40B4-BE49-F238E27FC236}">
                  <a16:creationId xmlns:a16="http://schemas.microsoft.com/office/drawing/2014/main" id="{E353894C-5BCB-5EA3-E1D0-121E2526B1B1}"/>
                </a:ext>
              </a:extLst>
            </p:cNvPr>
            <p:cNvSpPr/>
            <p:nvPr/>
          </p:nvSpPr>
          <p:spPr>
            <a:xfrm>
              <a:off x="6147891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#EC9C13</a:t>
              </a:r>
            </a:p>
            <a:p>
              <a:pPr marL="0" indent="0" algn="ctr">
                <a:buNone/>
              </a:pPr>
              <a:endPara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03" name="Shape 5">
              <a:extLst>
                <a:ext uri="{FF2B5EF4-FFF2-40B4-BE49-F238E27FC236}">
                  <a16:creationId xmlns:a16="http://schemas.microsoft.com/office/drawing/2014/main" id="{F0B68122-459A-DDAE-75C2-B8A353FD616D}"/>
                </a:ext>
              </a:extLst>
            </p:cNvPr>
            <p:cNvSpPr/>
            <p:nvPr/>
          </p:nvSpPr>
          <p:spPr>
            <a:xfrm>
              <a:off x="7354899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E24E4E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 6">
              <a:extLst>
                <a:ext uri="{FF2B5EF4-FFF2-40B4-BE49-F238E27FC236}">
                  <a16:creationId xmlns:a16="http://schemas.microsoft.com/office/drawing/2014/main" id="{FD3AC95C-BF96-5ABA-18A6-9D3BE8A28525}"/>
                </a:ext>
              </a:extLst>
            </p:cNvPr>
            <p:cNvSpPr/>
            <p:nvPr/>
          </p:nvSpPr>
          <p:spPr>
            <a:xfrm>
              <a:off x="735489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#E24E4E</a:t>
              </a:r>
            </a:p>
            <a:p>
              <a:pPr marL="0" indent="0" algn="ctr">
                <a:buNone/>
              </a:pPr>
              <a:endParaRPr lang="en-US" sz="8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CD5FDB1-232D-FB1E-27EE-23A91E30B531}"/>
              </a:ext>
            </a:extLst>
          </p:cNvPr>
          <p:cNvGrpSpPr/>
          <p:nvPr/>
        </p:nvGrpSpPr>
        <p:grpSpPr>
          <a:xfrm>
            <a:off x="457200" y="889772"/>
            <a:ext cx="10753344" cy="2375922"/>
            <a:chOff x="457200" y="274320"/>
            <a:chExt cx="10753344" cy="2917804"/>
          </a:xfrm>
        </p:grpSpPr>
        <p:sp>
          <p:nvSpPr>
            <p:cNvPr id="2" name="Text 0">
              <a:extLst>
                <a:ext uri="{FF2B5EF4-FFF2-40B4-BE49-F238E27FC236}">
                  <a16:creationId xmlns:a16="http://schemas.microsoft.com/office/drawing/2014/main" id="{BC649D76-F42B-C9AC-6226-0CE07BACFBDA}"/>
                </a:ext>
              </a:extLst>
            </p:cNvPr>
            <p:cNvSpPr/>
            <p:nvPr/>
          </p:nvSpPr>
          <p:spPr>
            <a:xfrm>
              <a:off x="457200" y="2743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HAP · Categorical · D</a:t>
              </a:r>
              <a:endParaRPr lang="en-US" sz="1400" dirty="0"/>
            </a:p>
          </p:txBody>
        </p:sp>
        <p:sp>
          <p:nvSpPr>
            <p:cNvPr id="21" name="Text 0">
              <a:extLst>
                <a:ext uri="{FF2B5EF4-FFF2-40B4-BE49-F238E27FC236}">
                  <a16:creationId xmlns:a16="http://schemas.microsoft.com/office/drawing/2014/main" id="{66228CC1-8BD0-C178-9868-81E2CF416F9F}"/>
                </a:ext>
              </a:extLst>
            </p:cNvPr>
            <p:cNvSpPr/>
            <p:nvPr/>
          </p:nvSpPr>
          <p:spPr>
            <a:xfrm>
              <a:off x="457200" y="1758931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2222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HAP · Spectrum · D</a:t>
              </a:r>
              <a:endParaRPr lang="en-US" sz="1400" dirty="0"/>
            </a:p>
          </p:txBody>
        </p:sp>
        <p:sp>
          <p:nvSpPr>
            <p:cNvPr id="46" name="Shape 1">
              <a:extLst>
                <a:ext uri="{FF2B5EF4-FFF2-40B4-BE49-F238E27FC236}">
                  <a16:creationId xmlns:a16="http://schemas.microsoft.com/office/drawing/2014/main" id="{C0B93F53-E91E-5852-9A59-E092DD2C72AB}"/>
                </a:ext>
              </a:extLst>
            </p:cNvPr>
            <p:cNvSpPr/>
            <p:nvPr/>
          </p:nvSpPr>
          <p:spPr>
            <a:xfrm>
              <a:off x="457200" y="72473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7070F7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2">
              <a:extLst>
                <a:ext uri="{FF2B5EF4-FFF2-40B4-BE49-F238E27FC236}">
                  <a16:creationId xmlns:a16="http://schemas.microsoft.com/office/drawing/2014/main" id="{B62E7EC8-BDD5-6163-E902-AEF6D17C4B25}"/>
                </a:ext>
              </a:extLst>
            </p:cNvPr>
            <p:cNvSpPr/>
            <p:nvPr/>
          </p:nvSpPr>
          <p:spPr>
            <a:xfrm>
              <a:off x="457200" y="1474542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#7070F7</a:t>
              </a:r>
              <a:endParaRPr lang="en-US" sz="800" dirty="0"/>
            </a:p>
          </p:txBody>
        </p:sp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E3AEE81C-9AF5-85CD-99D7-23C4837143ED}"/>
                </a:ext>
              </a:extLst>
            </p:cNvPr>
            <p:cNvSpPr/>
            <p:nvPr/>
          </p:nvSpPr>
          <p:spPr>
            <a:xfrm>
              <a:off x="1664208" y="72473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0DF2BA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4">
              <a:extLst>
                <a:ext uri="{FF2B5EF4-FFF2-40B4-BE49-F238E27FC236}">
                  <a16:creationId xmlns:a16="http://schemas.microsoft.com/office/drawing/2014/main" id="{8342BCD0-70EB-F513-ED0A-FAFFD99D0454}"/>
                </a:ext>
              </a:extLst>
            </p:cNvPr>
            <p:cNvSpPr/>
            <p:nvPr/>
          </p:nvSpPr>
          <p:spPr>
            <a:xfrm>
              <a:off x="1664208" y="1474542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#0DF2BA</a:t>
              </a:r>
              <a:endParaRPr lang="en-US" sz="800" dirty="0"/>
            </a:p>
          </p:txBody>
        </p:sp>
        <p:sp>
          <p:nvSpPr>
            <p:cNvPr id="50" name="Shape 5">
              <a:extLst>
                <a:ext uri="{FF2B5EF4-FFF2-40B4-BE49-F238E27FC236}">
                  <a16:creationId xmlns:a16="http://schemas.microsoft.com/office/drawing/2014/main" id="{4B180337-024F-8F5B-C1B5-16E230ABD8B4}"/>
                </a:ext>
              </a:extLst>
            </p:cNvPr>
            <p:cNvSpPr/>
            <p:nvPr/>
          </p:nvSpPr>
          <p:spPr>
            <a:xfrm>
              <a:off x="2871216" y="72473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F2540D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6">
              <a:extLst>
                <a:ext uri="{FF2B5EF4-FFF2-40B4-BE49-F238E27FC236}">
                  <a16:creationId xmlns:a16="http://schemas.microsoft.com/office/drawing/2014/main" id="{3C0648FF-B7F7-7200-963A-15667D65438A}"/>
                </a:ext>
              </a:extLst>
            </p:cNvPr>
            <p:cNvSpPr/>
            <p:nvPr/>
          </p:nvSpPr>
          <p:spPr>
            <a:xfrm>
              <a:off x="2871216" y="1474542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#F2540D</a:t>
              </a:r>
              <a:endParaRPr lang="en-US" sz="800" dirty="0"/>
            </a:p>
          </p:txBody>
        </p:sp>
        <p:sp>
          <p:nvSpPr>
            <p:cNvPr id="52" name="Shape 7">
              <a:extLst>
                <a:ext uri="{FF2B5EF4-FFF2-40B4-BE49-F238E27FC236}">
                  <a16:creationId xmlns:a16="http://schemas.microsoft.com/office/drawing/2014/main" id="{1D65B632-D025-246F-D224-9A8C53D3F725}"/>
                </a:ext>
              </a:extLst>
            </p:cNvPr>
            <p:cNvSpPr/>
            <p:nvPr/>
          </p:nvSpPr>
          <p:spPr>
            <a:xfrm>
              <a:off x="4078224" y="72473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E05065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8">
              <a:extLst>
                <a:ext uri="{FF2B5EF4-FFF2-40B4-BE49-F238E27FC236}">
                  <a16:creationId xmlns:a16="http://schemas.microsoft.com/office/drawing/2014/main" id="{1DC8CD37-7650-24E6-EA63-6BB21BE1652C}"/>
                </a:ext>
              </a:extLst>
            </p:cNvPr>
            <p:cNvSpPr/>
            <p:nvPr/>
          </p:nvSpPr>
          <p:spPr>
            <a:xfrm>
              <a:off x="4078224" y="1474542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#E05065</a:t>
              </a:r>
              <a:endParaRPr lang="en-US" sz="800" dirty="0"/>
            </a:p>
          </p:txBody>
        </p:sp>
        <p:sp>
          <p:nvSpPr>
            <p:cNvPr id="54" name="Shape 9">
              <a:extLst>
                <a:ext uri="{FF2B5EF4-FFF2-40B4-BE49-F238E27FC236}">
                  <a16:creationId xmlns:a16="http://schemas.microsoft.com/office/drawing/2014/main" id="{55D43649-2D6F-A6FF-40C4-7D3CA1D79770}"/>
                </a:ext>
              </a:extLst>
            </p:cNvPr>
            <p:cNvSpPr/>
            <p:nvPr/>
          </p:nvSpPr>
          <p:spPr>
            <a:xfrm>
              <a:off x="5285232" y="72473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BD70DB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10">
              <a:extLst>
                <a:ext uri="{FF2B5EF4-FFF2-40B4-BE49-F238E27FC236}">
                  <a16:creationId xmlns:a16="http://schemas.microsoft.com/office/drawing/2014/main" id="{D3D81D46-63EC-055A-D40B-AA09E7207EBC}"/>
                </a:ext>
              </a:extLst>
            </p:cNvPr>
            <p:cNvSpPr/>
            <p:nvPr/>
          </p:nvSpPr>
          <p:spPr>
            <a:xfrm>
              <a:off x="5285232" y="1474542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#BD70DB</a:t>
              </a:r>
              <a:endParaRPr lang="en-US" sz="800" dirty="0"/>
            </a:p>
          </p:txBody>
        </p:sp>
        <p:sp>
          <p:nvSpPr>
            <p:cNvPr id="56" name="Shape 11">
              <a:extLst>
                <a:ext uri="{FF2B5EF4-FFF2-40B4-BE49-F238E27FC236}">
                  <a16:creationId xmlns:a16="http://schemas.microsoft.com/office/drawing/2014/main" id="{34342A62-EC09-1083-730F-BBC600980AC8}"/>
                </a:ext>
              </a:extLst>
            </p:cNvPr>
            <p:cNvSpPr/>
            <p:nvPr/>
          </p:nvSpPr>
          <p:spPr>
            <a:xfrm>
              <a:off x="6492240" y="72473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19E65A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12">
              <a:extLst>
                <a:ext uri="{FF2B5EF4-FFF2-40B4-BE49-F238E27FC236}">
                  <a16:creationId xmlns:a16="http://schemas.microsoft.com/office/drawing/2014/main" id="{79846A83-5D0C-333D-586D-2235DD6BC080}"/>
                </a:ext>
              </a:extLst>
            </p:cNvPr>
            <p:cNvSpPr/>
            <p:nvPr/>
          </p:nvSpPr>
          <p:spPr>
            <a:xfrm>
              <a:off x="6492240" y="1474542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#19E65A</a:t>
              </a:r>
              <a:endParaRPr lang="en-US" sz="800" dirty="0"/>
            </a:p>
          </p:txBody>
        </p:sp>
        <p:sp>
          <p:nvSpPr>
            <p:cNvPr id="58" name="Shape 13">
              <a:extLst>
                <a:ext uri="{FF2B5EF4-FFF2-40B4-BE49-F238E27FC236}">
                  <a16:creationId xmlns:a16="http://schemas.microsoft.com/office/drawing/2014/main" id="{EE9126F6-EE9D-F74C-88E1-976B4D9CA95C}"/>
                </a:ext>
              </a:extLst>
            </p:cNvPr>
            <p:cNvSpPr/>
            <p:nvPr/>
          </p:nvSpPr>
          <p:spPr>
            <a:xfrm>
              <a:off x="7699248" y="72473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DFBF20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14">
              <a:extLst>
                <a:ext uri="{FF2B5EF4-FFF2-40B4-BE49-F238E27FC236}">
                  <a16:creationId xmlns:a16="http://schemas.microsoft.com/office/drawing/2014/main" id="{BBDF41A0-7DB0-C4F8-924C-6F104272AC39}"/>
                </a:ext>
              </a:extLst>
            </p:cNvPr>
            <p:cNvSpPr/>
            <p:nvPr/>
          </p:nvSpPr>
          <p:spPr>
            <a:xfrm>
              <a:off x="7699248" y="1474542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#DFBF20</a:t>
              </a:r>
              <a:endParaRPr lang="en-US" sz="800" dirty="0"/>
            </a:p>
          </p:txBody>
        </p:sp>
        <p:sp>
          <p:nvSpPr>
            <p:cNvPr id="60" name="Shape 15">
              <a:extLst>
                <a:ext uri="{FF2B5EF4-FFF2-40B4-BE49-F238E27FC236}">
                  <a16:creationId xmlns:a16="http://schemas.microsoft.com/office/drawing/2014/main" id="{61FB605C-7BBE-57AF-57CF-3D692F127B4F}"/>
                </a:ext>
              </a:extLst>
            </p:cNvPr>
            <p:cNvSpPr/>
            <p:nvPr/>
          </p:nvSpPr>
          <p:spPr>
            <a:xfrm>
              <a:off x="8906256" y="72473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F20DA9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16">
              <a:extLst>
                <a:ext uri="{FF2B5EF4-FFF2-40B4-BE49-F238E27FC236}">
                  <a16:creationId xmlns:a16="http://schemas.microsoft.com/office/drawing/2014/main" id="{18E5E031-2B6F-436D-4F44-B2869472D1B9}"/>
                </a:ext>
              </a:extLst>
            </p:cNvPr>
            <p:cNvSpPr/>
            <p:nvPr/>
          </p:nvSpPr>
          <p:spPr>
            <a:xfrm>
              <a:off x="8906256" y="1474542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#F20DA9</a:t>
              </a:r>
              <a:endParaRPr lang="en-US" sz="800" dirty="0"/>
            </a:p>
          </p:txBody>
        </p:sp>
        <p:sp>
          <p:nvSpPr>
            <p:cNvPr id="62" name="Shape 17">
              <a:extLst>
                <a:ext uri="{FF2B5EF4-FFF2-40B4-BE49-F238E27FC236}">
                  <a16:creationId xmlns:a16="http://schemas.microsoft.com/office/drawing/2014/main" id="{4A341B3C-ED23-C0D2-F726-4C1F1D9546B5}"/>
                </a:ext>
              </a:extLst>
            </p:cNvPr>
            <p:cNvSpPr/>
            <p:nvPr/>
          </p:nvSpPr>
          <p:spPr>
            <a:xfrm>
              <a:off x="10113264" y="72473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5185CD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18">
              <a:extLst>
                <a:ext uri="{FF2B5EF4-FFF2-40B4-BE49-F238E27FC236}">
                  <a16:creationId xmlns:a16="http://schemas.microsoft.com/office/drawing/2014/main" id="{9F63ABD6-BC20-6A2E-77B8-379B8F1FF8D6}"/>
                </a:ext>
              </a:extLst>
            </p:cNvPr>
            <p:cNvSpPr/>
            <p:nvPr/>
          </p:nvSpPr>
          <p:spPr>
            <a:xfrm>
              <a:off x="10113264" y="1474542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#5185CD</a:t>
              </a:r>
              <a:endParaRPr lang="en-US" sz="800" dirty="0"/>
            </a:p>
          </p:txBody>
        </p:sp>
        <p:sp>
          <p:nvSpPr>
            <p:cNvPr id="65" name="Shape 1">
              <a:extLst>
                <a:ext uri="{FF2B5EF4-FFF2-40B4-BE49-F238E27FC236}">
                  <a16:creationId xmlns:a16="http://schemas.microsoft.com/office/drawing/2014/main" id="{D7C28438-E9AD-FCD6-976E-767B70511929}"/>
                </a:ext>
              </a:extLst>
            </p:cNvPr>
            <p:cNvSpPr/>
            <p:nvPr/>
          </p:nvSpPr>
          <p:spPr>
            <a:xfrm>
              <a:off x="457200" y="2213716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F2540D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 2">
              <a:extLst>
                <a:ext uri="{FF2B5EF4-FFF2-40B4-BE49-F238E27FC236}">
                  <a16:creationId xmlns:a16="http://schemas.microsoft.com/office/drawing/2014/main" id="{7530840E-6C00-0E51-EF78-CABE1BD61F9A}"/>
                </a:ext>
              </a:extLst>
            </p:cNvPr>
            <p:cNvSpPr/>
            <p:nvPr/>
          </p:nvSpPr>
          <p:spPr>
            <a:xfrm>
              <a:off x="457200" y="2963524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#F2540D</a:t>
              </a:r>
              <a:endParaRPr lang="en-US" sz="800" dirty="0"/>
            </a:p>
          </p:txBody>
        </p:sp>
        <p:sp>
          <p:nvSpPr>
            <p:cNvPr id="67" name="Shape 3">
              <a:extLst>
                <a:ext uri="{FF2B5EF4-FFF2-40B4-BE49-F238E27FC236}">
                  <a16:creationId xmlns:a16="http://schemas.microsoft.com/office/drawing/2014/main" id="{18D70E83-4D4F-12ED-FFBF-09094DD03C19}"/>
                </a:ext>
              </a:extLst>
            </p:cNvPr>
            <p:cNvSpPr/>
            <p:nvPr/>
          </p:nvSpPr>
          <p:spPr>
            <a:xfrm>
              <a:off x="1664208" y="2213716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DFBF20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4">
              <a:extLst>
                <a:ext uri="{FF2B5EF4-FFF2-40B4-BE49-F238E27FC236}">
                  <a16:creationId xmlns:a16="http://schemas.microsoft.com/office/drawing/2014/main" id="{F7E1872C-FA50-C19B-6C56-5A650245AC68}"/>
                </a:ext>
              </a:extLst>
            </p:cNvPr>
            <p:cNvSpPr/>
            <p:nvPr/>
          </p:nvSpPr>
          <p:spPr>
            <a:xfrm>
              <a:off x="1664208" y="2963524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#DFBF20</a:t>
              </a:r>
              <a:endParaRPr lang="en-US" sz="800" dirty="0"/>
            </a:p>
          </p:txBody>
        </p:sp>
        <p:sp>
          <p:nvSpPr>
            <p:cNvPr id="69" name="Shape 5">
              <a:extLst>
                <a:ext uri="{FF2B5EF4-FFF2-40B4-BE49-F238E27FC236}">
                  <a16:creationId xmlns:a16="http://schemas.microsoft.com/office/drawing/2014/main" id="{C44EB50C-801C-4BAA-2236-C823743F2305}"/>
                </a:ext>
              </a:extLst>
            </p:cNvPr>
            <p:cNvSpPr/>
            <p:nvPr/>
          </p:nvSpPr>
          <p:spPr>
            <a:xfrm>
              <a:off x="2871216" y="2213716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19E65A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6">
              <a:extLst>
                <a:ext uri="{FF2B5EF4-FFF2-40B4-BE49-F238E27FC236}">
                  <a16:creationId xmlns:a16="http://schemas.microsoft.com/office/drawing/2014/main" id="{ABB8237F-9262-3649-6765-5A73DB9A24BC}"/>
                </a:ext>
              </a:extLst>
            </p:cNvPr>
            <p:cNvSpPr/>
            <p:nvPr/>
          </p:nvSpPr>
          <p:spPr>
            <a:xfrm>
              <a:off x="2871216" y="2963524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#19E65A</a:t>
              </a:r>
              <a:endParaRPr lang="en-US" sz="800" dirty="0"/>
            </a:p>
          </p:txBody>
        </p:sp>
        <p:sp>
          <p:nvSpPr>
            <p:cNvPr id="84" name="Shape 7">
              <a:extLst>
                <a:ext uri="{FF2B5EF4-FFF2-40B4-BE49-F238E27FC236}">
                  <a16:creationId xmlns:a16="http://schemas.microsoft.com/office/drawing/2014/main" id="{82797BD9-DD32-3F70-4805-6F24FE6CF619}"/>
                </a:ext>
              </a:extLst>
            </p:cNvPr>
            <p:cNvSpPr/>
            <p:nvPr/>
          </p:nvSpPr>
          <p:spPr>
            <a:xfrm>
              <a:off x="4078224" y="2213716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0DF2BA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8">
              <a:extLst>
                <a:ext uri="{FF2B5EF4-FFF2-40B4-BE49-F238E27FC236}">
                  <a16:creationId xmlns:a16="http://schemas.microsoft.com/office/drawing/2014/main" id="{F910CE84-5EC6-B655-F75B-41656AA4A9BB}"/>
                </a:ext>
              </a:extLst>
            </p:cNvPr>
            <p:cNvSpPr/>
            <p:nvPr/>
          </p:nvSpPr>
          <p:spPr>
            <a:xfrm>
              <a:off x="4078224" y="2963524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#0DF2BA</a:t>
              </a:r>
              <a:endParaRPr lang="en-US" sz="800" dirty="0"/>
            </a:p>
          </p:txBody>
        </p:sp>
        <p:sp>
          <p:nvSpPr>
            <p:cNvPr id="86" name="Shape 9">
              <a:extLst>
                <a:ext uri="{FF2B5EF4-FFF2-40B4-BE49-F238E27FC236}">
                  <a16:creationId xmlns:a16="http://schemas.microsoft.com/office/drawing/2014/main" id="{55F27AE7-9501-F698-A861-FDF28C892184}"/>
                </a:ext>
              </a:extLst>
            </p:cNvPr>
            <p:cNvSpPr/>
            <p:nvPr/>
          </p:nvSpPr>
          <p:spPr>
            <a:xfrm>
              <a:off x="5285232" y="2213716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5185CD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10">
              <a:extLst>
                <a:ext uri="{FF2B5EF4-FFF2-40B4-BE49-F238E27FC236}">
                  <a16:creationId xmlns:a16="http://schemas.microsoft.com/office/drawing/2014/main" id="{18BA6C5F-34D9-806E-8FF7-36603D64FA2E}"/>
                </a:ext>
              </a:extLst>
            </p:cNvPr>
            <p:cNvSpPr/>
            <p:nvPr/>
          </p:nvSpPr>
          <p:spPr>
            <a:xfrm>
              <a:off x="5285232" y="2963524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#5185CD</a:t>
              </a:r>
              <a:endParaRPr lang="en-US" sz="800" dirty="0"/>
            </a:p>
          </p:txBody>
        </p:sp>
        <p:sp>
          <p:nvSpPr>
            <p:cNvPr id="105" name="Shape 11">
              <a:extLst>
                <a:ext uri="{FF2B5EF4-FFF2-40B4-BE49-F238E27FC236}">
                  <a16:creationId xmlns:a16="http://schemas.microsoft.com/office/drawing/2014/main" id="{E6865462-F7B7-CD81-FA03-5F716C62FDC0}"/>
                </a:ext>
              </a:extLst>
            </p:cNvPr>
            <p:cNvSpPr/>
            <p:nvPr/>
          </p:nvSpPr>
          <p:spPr>
            <a:xfrm>
              <a:off x="6492240" y="2213716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7070F7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Text 12">
              <a:extLst>
                <a:ext uri="{FF2B5EF4-FFF2-40B4-BE49-F238E27FC236}">
                  <a16:creationId xmlns:a16="http://schemas.microsoft.com/office/drawing/2014/main" id="{013AB22E-2816-63E9-683A-C84152BD6FCB}"/>
                </a:ext>
              </a:extLst>
            </p:cNvPr>
            <p:cNvSpPr/>
            <p:nvPr/>
          </p:nvSpPr>
          <p:spPr>
            <a:xfrm>
              <a:off x="6492240" y="2963524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#7070F7</a:t>
              </a:r>
              <a:endParaRPr lang="en-US" sz="800" dirty="0"/>
            </a:p>
          </p:txBody>
        </p:sp>
        <p:sp>
          <p:nvSpPr>
            <p:cNvPr id="107" name="Shape 13">
              <a:extLst>
                <a:ext uri="{FF2B5EF4-FFF2-40B4-BE49-F238E27FC236}">
                  <a16:creationId xmlns:a16="http://schemas.microsoft.com/office/drawing/2014/main" id="{62FBD574-45D0-A3A7-8300-FAFF841FC1A0}"/>
                </a:ext>
              </a:extLst>
            </p:cNvPr>
            <p:cNvSpPr/>
            <p:nvPr/>
          </p:nvSpPr>
          <p:spPr>
            <a:xfrm>
              <a:off x="7699248" y="2213716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BD70DB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 14">
              <a:extLst>
                <a:ext uri="{FF2B5EF4-FFF2-40B4-BE49-F238E27FC236}">
                  <a16:creationId xmlns:a16="http://schemas.microsoft.com/office/drawing/2014/main" id="{2943B56B-7F63-B412-6365-36102DE6DF6B}"/>
                </a:ext>
              </a:extLst>
            </p:cNvPr>
            <p:cNvSpPr/>
            <p:nvPr/>
          </p:nvSpPr>
          <p:spPr>
            <a:xfrm>
              <a:off x="7699248" y="2963524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#BD70DB</a:t>
              </a:r>
              <a:endParaRPr lang="en-US" sz="800" dirty="0"/>
            </a:p>
          </p:txBody>
        </p:sp>
        <p:sp>
          <p:nvSpPr>
            <p:cNvPr id="109" name="Shape 15">
              <a:extLst>
                <a:ext uri="{FF2B5EF4-FFF2-40B4-BE49-F238E27FC236}">
                  <a16:creationId xmlns:a16="http://schemas.microsoft.com/office/drawing/2014/main" id="{0A4FC93C-911E-2DCB-6C2E-012C8E46EDB3}"/>
                </a:ext>
              </a:extLst>
            </p:cNvPr>
            <p:cNvSpPr/>
            <p:nvPr/>
          </p:nvSpPr>
          <p:spPr>
            <a:xfrm>
              <a:off x="8906256" y="2213716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F20DA9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 16">
              <a:extLst>
                <a:ext uri="{FF2B5EF4-FFF2-40B4-BE49-F238E27FC236}">
                  <a16:creationId xmlns:a16="http://schemas.microsoft.com/office/drawing/2014/main" id="{EEA7397E-4CDE-BA18-7CF7-DD0BACFCD9AB}"/>
                </a:ext>
              </a:extLst>
            </p:cNvPr>
            <p:cNvSpPr/>
            <p:nvPr/>
          </p:nvSpPr>
          <p:spPr>
            <a:xfrm>
              <a:off x="8906256" y="2963524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#F20DA9</a:t>
              </a:r>
              <a:endParaRPr lang="en-US" sz="800" dirty="0"/>
            </a:p>
          </p:txBody>
        </p:sp>
        <p:sp>
          <p:nvSpPr>
            <p:cNvPr id="111" name="Shape 17">
              <a:extLst>
                <a:ext uri="{FF2B5EF4-FFF2-40B4-BE49-F238E27FC236}">
                  <a16:creationId xmlns:a16="http://schemas.microsoft.com/office/drawing/2014/main" id="{4C95427B-8344-4482-8FCD-D41A732E8C3D}"/>
                </a:ext>
              </a:extLst>
            </p:cNvPr>
            <p:cNvSpPr/>
            <p:nvPr/>
          </p:nvSpPr>
          <p:spPr>
            <a:xfrm>
              <a:off x="10113264" y="2213716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E05065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 18">
              <a:extLst>
                <a:ext uri="{FF2B5EF4-FFF2-40B4-BE49-F238E27FC236}">
                  <a16:creationId xmlns:a16="http://schemas.microsoft.com/office/drawing/2014/main" id="{EB8194C7-0456-E155-6CCD-8D8562DFC980}"/>
                </a:ext>
              </a:extLst>
            </p:cNvPr>
            <p:cNvSpPr/>
            <p:nvPr/>
          </p:nvSpPr>
          <p:spPr>
            <a:xfrm>
              <a:off x="10113264" y="2963524"/>
              <a:ext cx="10972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#E05065</a:t>
              </a:r>
              <a:endParaRPr lang="en-US" sz="800" dirty="0"/>
            </a:p>
          </p:txBody>
        </p:sp>
      </p:grpSp>
      <p:graphicFrame>
        <p:nvGraphicFramePr>
          <p:cNvPr id="113" name="Chart 0">
            <a:extLst>
              <a:ext uri="{FF2B5EF4-FFF2-40B4-BE49-F238E27FC236}">
                <a16:creationId xmlns:a16="http://schemas.microsoft.com/office/drawing/2014/main" id="{921A5DA0-4508-FEF4-C1E5-1D4549F88E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3898950"/>
              </p:ext>
            </p:extLst>
          </p:nvPr>
        </p:nvGraphicFramePr>
        <p:xfrm>
          <a:off x="626011" y="4102270"/>
          <a:ext cx="2830537" cy="1801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4" name="Chart 1">
            <a:extLst>
              <a:ext uri="{FF2B5EF4-FFF2-40B4-BE49-F238E27FC236}">
                <a16:creationId xmlns:a16="http://schemas.microsoft.com/office/drawing/2014/main" id="{23C61036-F135-0656-A3FC-58F18C7E75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4227087"/>
              </p:ext>
            </p:extLst>
          </p:nvPr>
        </p:nvGraphicFramePr>
        <p:xfrm>
          <a:off x="3456549" y="3958919"/>
          <a:ext cx="2082879" cy="2082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5" name="Chart 0">
            <a:extLst>
              <a:ext uri="{FF2B5EF4-FFF2-40B4-BE49-F238E27FC236}">
                <a16:creationId xmlns:a16="http://schemas.microsoft.com/office/drawing/2014/main" id="{2A6C698E-828D-E903-38CC-5569B973AB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4419141"/>
              </p:ext>
            </p:extLst>
          </p:nvPr>
        </p:nvGraphicFramePr>
        <p:xfrm>
          <a:off x="6725597" y="4102270"/>
          <a:ext cx="2830537" cy="1801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6" name="Chart 1">
            <a:extLst>
              <a:ext uri="{FF2B5EF4-FFF2-40B4-BE49-F238E27FC236}">
                <a16:creationId xmlns:a16="http://schemas.microsoft.com/office/drawing/2014/main" id="{32C437E6-DF34-C535-56A1-F51363C15B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886480"/>
              </p:ext>
            </p:extLst>
          </p:nvPr>
        </p:nvGraphicFramePr>
        <p:xfrm>
          <a:off x="9556135" y="3958919"/>
          <a:ext cx="2082879" cy="2082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F30822A-BEC0-AC6F-7DBA-46652A0AA0E1}"/>
              </a:ext>
            </a:extLst>
          </p:cNvPr>
          <p:cNvGrpSpPr/>
          <p:nvPr/>
        </p:nvGrpSpPr>
        <p:grpSpPr>
          <a:xfrm>
            <a:off x="6849035" y="5994872"/>
            <a:ext cx="4516419" cy="476665"/>
            <a:chOff x="4940883" y="5852160"/>
            <a:chExt cx="7115107" cy="1284692"/>
          </a:xfrm>
        </p:grpSpPr>
        <p:sp>
          <p:nvSpPr>
            <p:cNvPr id="144" name="Shape 1">
              <a:extLst>
                <a:ext uri="{FF2B5EF4-FFF2-40B4-BE49-F238E27FC236}">
                  <a16:creationId xmlns:a16="http://schemas.microsoft.com/office/drawing/2014/main" id="{FD915574-7159-6B72-73F2-9089BED8F903}"/>
                </a:ext>
              </a:extLst>
            </p:cNvPr>
            <p:cNvSpPr/>
            <p:nvPr/>
          </p:nvSpPr>
          <p:spPr>
            <a:xfrm>
              <a:off x="8544694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818A98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5" name="Text 2">
              <a:extLst>
                <a:ext uri="{FF2B5EF4-FFF2-40B4-BE49-F238E27FC236}">
                  <a16:creationId xmlns:a16="http://schemas.microsoft.com/office/drawing/2014/main" id="{97A0568E-093F-86B3-8B0F-38C0630E4E66}"/>
                </a:ext>
              </a:extLst>
            </p:cNvPr>
            <p:cNvSpPr/>
            <p:nvPr/>
          </p:nvSpPr>
          <p:spPr>
            <a:xfrm>
              <a:off x="8544694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#818A98</a:t>
              </a:r>
            </a:p>
            <a:p>
              <a:pPr marL="0" indent="0" algn="ctr">
                <a:buNone/>
              </a:pPr>
              <a:endPara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46" name="Shape 3">
              <a:extLst>
                <a:ext uri="{FF2B5EF4-FFF2-40B4-BE49-F238E27FC236}">
                  <a16:creationId xmlns:a16="http://schemas.microsoft.com/office/drawing/2014/main" id="{26EF532E-A6BF-8ECA-B8A9-96F8D683F8D8}"/>
                </a:ext>
              </a:extLst>
            </p:cNvPr>
            <p:cNvSpPr/>
            <p:nvPr/>
          </p:nvSpPr>
          <p:spPr>
            <a:xfrm>
              <a:off x="9751702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9FA5AD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7" name="Text 4">
              <a:extLst>
                <a:ext uri="{FF2B5EF4-FFF2-40B4-BE49-F238E27FC236}">
                  <a16:creationId xmlns:a16="http://schemas.microsoft.com/office/drawing/2014/main" id="{7E84F5CC-77F3-A477-0EE5-B8D70ACB5A77}"/>
                </a:ext>
              </a:extLst>
            </p:cNvPr>
            <p:cNvSpPr/>
            <p:nvPr/>
          </p:nvSpPr>
          <p:spPr>
            <a:xfrm>
              <a:off x="9751702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#9FA5AD</a:t>
              </a:r>
            </a:p>
            <a:p>
              <a:pPr marL="0" indent="0" algn="ctr">
                <a:buNone/>
              </a:pPr>
              <a:endPara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48" name="Shape 5">
              <a:extLst>
                <a:ext uri="{FF2B5EF4-FFF2-40B4-BE49-F238E27FC236}">
                  <a16:creationId xmlns:a16="http://schemas.microsoft.com/office/drawing/2014/main" id="{983642F9-26B4-23EE-4FA9-F17AE75AA989}"/>
                </a:ext>
              </a:extLst>
            </p:cNvPr>
            <p:cNvSpPr/>
            <p:nvPr/>
          </p:nvSpPr>
          <p:spPr>
            <a:xfrm>
              <a:off x="10958710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BBBFC3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9" name="Text 6">
              <a:extLst>
                <a:ext uri="{FF2B5EF4-FFF2-40B4-BE49-F238E27FC236}">
                  <a16:creationId xmlns:a16="http://schemas.microsoft.com/office/drawing/2014/main" id="{74333A61-8AAB-ADE2-0835-54109A35EF41}"/>
                </a:ext>
              </a:extLst>
            </p:cNvPr>
            <p:cNvSpPr/>
            <p:nvPr/>
          </p:nvSpPr>
          <p:spPr>
            <a:xfrm>
              <a:off x="1095870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#BBBFC3</a:t>
              </a:r>
            </a:p>
            <a:p>
              <a:pPr marL="0" indent="0" algn="ctr">
                <a:buNone/>
              </a:pPr>
              <a:endPara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50" name="Shape 1">
              <a:extLst>
                <a:ext uri="{FF2B5EF4-FFF2-40B4-BE49-F238E27FC236}">
                  <a16:creationId xmlns:a16="http://schemas.microsoft.com/office/drawing/2014/main" id="{19B40F46-C444-0469-601D-8226157B8543}"/>
                </a:ext>
              </a:extLst>
            </p:cNvPr>
            <p:cNvSpPr/>
            <p:nvPr/>
          </p:nvSpPr>
          <p:spPr>
            <a:xfrm>
              <a:off x="4940883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2DD264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1" name="Text 2">
              <a:extLst>
                <a:ext uri="{FF2B5EF4-FFF2-40B4-BE49-F238E27FC236}">
                  <a16:creationId xmlns:a16="http://schemas.microsoft.com/office/drawing/2014/main" id="{B8382211-BCDA-0681-D217-5CDBC115080D}"/>
                </a:ext>
              </a:extLst>
            </p:cNvPr>
            <p:cNvSpPr/>
            <p:nvPr/>
          </p:nvSpPr>
          <p:spPr>
            <a:xfrm>
              <a:off x="4940883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#2DD264</a:t>
              </a:r>
            </a:p>
            <a:p>
              <a:pPr marL="0" indent="0" algn="ctr">
                <a:buNone/>
              </a:pPr>
              <a:endPara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52" name="Shape 3">
              <a:extLst>
                <a:ext uri="{FF2B5EF4-FFF2-40B4-BE49-F238E27FC236}">
                  <a16:creationId xmlns:a16="http://schemas.microsoft.com/office/drawing/2014/main" id="{A6C32D0D-9CB0-321D-C90D-BA8A1D6D2FE1}"/>
                </a:ext>
              </a:extLst>
            </p:cNvPr>
            <p:cNvSpPr/>
            <p:nvPr/>
          </p:nvSpPr>
          <p:spPr>
            <a:xfrm>
              <a:off x="6147891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EC9C13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3" name="Text 4">
              <a:extLst>
                <a:ext uri="{FF2B5EF4-FFF2-40B4-BE49-F238E27FC236}">
                  <a16:creationId xmlns:a16="http://schemas.microsoft.com/office/drawing/2014/main" id="{4A19B884-4455-BD3D-121E-808E3F09CE51}"/>
                </a:ext>
              </a:extLst>
            </p:cNvPr>
            <p:cNvSpPr/>
            <p:nvPr/>
          </p:nvSpPr>
          <p:spPr>
            <a:xfrm>
              <a:off x="6147891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#EC9C13</a:t>
              </a:r>
            </a:p>
            <a:p>
              <a:pPr marL="0" indent="0" algn="ctr">
                <a:buNone/>
              </a:pPr>
              <a:endPara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54" name="Shape 5">
              <a:extLst>
                <a:ext uri="{FF2B5EF4-FFF2-40B4-BE49-F238E27FC236}">
                  <a16:creationId xmlns:a16="http://schemas.microsoft.com/office/drawing/2014/main" id="{F647A036-86EE-CA7C-3F7D-D081F2013BC5}"/>
                </a:ext>
              </a:extLst>
            </p:cNvPr>
            <p:cNvSpPr/>
            <p:nvPr/>
          </p:nvSpPr>
          <p:spPr>
            <a:xfrm>
              <a:off x="7354899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E24E4E"/>
            </a:solidFill>
            <a:ln>
              <a:solidFill>
                <a:srgbClr val="000064"/>
              </a:solidFill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5" name="Text 6">
              <a:extLst>
                <a:ext uri="{FF2B5EF4-FFF2-40B4-BE49-F238E27FC236}">
                  <a16:creationId xmlns:a16="http://schemas.microsoft.com/office/drawing/2014/main" id="{4463AD55-E1D1-5ABF-68F4-727EB3F78122}"/>
                </a:ext>
              </a:extLst>
            </p:cNvPr>
            <p:cNvSpPr/>
            <p:nvPr/>
          </p:nvSpPr>
          <p:spPr>
            <a:xfrm>
              <a:off x="735489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#E24E4E</a:t>
              </a:r>
            </a:p>
            <a:p>
              <a:pPr marL="0" indent="0" algn="ctr">
                <a:buNone/>
              </a:pPr>
              <a:endPara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C4B72C3-051D-68EE-6335-0820AEDCDA8E}"/>
              </a:ext>
            </a:extLst>
          </p:cNvPr>
          <p:cNvGrpSpPr/>
          <p:nvPr/>
        </p:nvGrpSpPr>
        <p:grpSpPr>
          <a:xfrm>
            <a:off x="522386" y="538768"/>
            <a:ext cx="2570908" cy="187560"/>
            <a:chOff x="522386" y="538768"/>
            <a:chExt cx="2570908" cy="18756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F408C257-94D7-77A5-3DB6-84C633F2AD98}"/>
                </a:ext>
              </a:extLst>
            </p:cNvPr>
            <p:cNvSpPr/>
            <p:nvPr/>
          </p:nvSpPr>
          <p:spPr>
            <a:xfrm>
              <a:off x="1235984" y="539901"/>
              <a:ext cx="190357" cy="184698"/>
            </a:xfrm>
            <a:custGeom>
              <a:avLst/>
              <a:gdLst>
                <a:gd name="csX0" fmla="*/ 163830 w 190357"/>
                <a:gd name="csY0" fmla="*/ 184338 h 184698"/>
                <a:gd name="csX1" fmla="*/ 28680 w 190357"/>
                <a:gd name="csY1" fmla="*/ 184698 h 184698"/>
                <a:gd name="csX2" fmla="*/ 4 w 190357"/>
                <a:gd name="csY2" fmla="*/ 157275 h 184698"/>
                <a:gd name="csX3" fmla="*/ 0 w 190357"/>
                <a:gd name="csY3" fmla="*/ 27439 h 184698"/>
                <a:gd name="csX4" fmla="*/ 28666 w 190357"/>
                <a:gd name="csY4" fmla="*/ 0 h 184698"/>
                <a:gd name="csX5" fmla="*/ 161688 w 190357"/>
                <a:gd name="csY5" fmla="*/ 6 h 184698"/>
                <a:gd name="csX6" fmla="*/ 190354 w 190357"/>
                <a:gd name="csY6" fmla="*/ 27428 h 184698"/>
                <a:gd name="csX7" fmla="*/ 190357 w 190357"/>
                <a:gd name="csY7" fmla="*/ 157327 h 184698"/>
                <a:gd name="csX8" fmla="*/ 163830 w 190357"/>
                <a:gd name="csY8" fmla="*/ 184338 h 184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7" h="184698">
                  <a:moveTo>
                    <a:pt x="163830" y="184338"/>
                  </a:moveTo>
                  <a:lnTo>
                    <a:pt x="28680" y="184698"/>
                  </a:lnTo>
                  <a:cubicBezTo>
                    <a:pt x="12532" y="184742"/>
                    <a:pt x="1049" y="172220"/>
                    <a:pt x="4" y="157275"/>
                  </a:cubicBezTo>
                  <a:lnTo>
                    <a:pt x="0" y="27439"/>
                  </a:lnTo>
                  <a:cubicBezTo>
                    <a:pt x="1024" y="12371"/>
                    <a:pt x="12532" y="-1"/>
                    <a:pt x="28666" y="0"/>
                  </a:cubicBezTo>
                  <a:lnTo>
                    <a:pt x="161688" y="6"/>
                  </a:lnTo>
                  <a:cubicBezTo>
                    <a:pt x="177817" y="7"/>
                    <a:pt x="189304" y="12396"/>
                    <a:pt x="190354" y="27428"/>
                  </a:cubicBezTo>
                  <a:lnTo>
                    <a:pt x="190357" y="157327"/>
                  </a:lnTo>
                  <a:cubicBezTo>
                    <a:pt x="189329" y="169939"/>
                    <a:pt x="180313" y="184294"/>
                    <a:pt x="163830" y="184338"/>
                  </a:cubicBezTo>
                  <a:close/>
                </a:path>
              </a:pathLst>
            </a:custGeom>
            <a:solidFill>
              <a:srgbClr val="7D50AB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9476B38-E27B-5C34-0D69-9DDFE2EF8BA6}"/>
                </a:ext>
              </a:extLst>
            </p:cNvPr>
            <p:cNvSpPr/>
            <p:nvPr/>
          </p:nvSpPr>
          <p:spPr>
            <a:xfrm>
              <a:off x="1473850" y="539910"/>
              <a:ext cx="190358" cy="184694"/>
            </a:xfrm>
            <a:custGeom>
              <a:avLst/>
              <a:gdLst>
                <a:gd name="csX0" fmla="*/ 163827 w 190358"/>
                <a:gd name="csY0" fmla="*/ 184334 h 184694"/>
                <a:gd name="csX1" fmla="*/ 28682 w 190358"/>
                <a:gd name="csY1" fmla="*/ 184694 h 184694"/>
                <a:gd name="csX2" fmla="*/ 0 w 190358"/>
                <a:gd name="csY2" fmla="*/ 157263 h 184694"/>
                <a:gd name="csX3" fmla="*/ 0 w 190358"/>
                <a:gd name="csY3" fmla="*/ 27437 h 184694"/>
                <a:gd name="csX4" fmla="*/ 28674 w 190358"/>
                <a:gd name="csY4" fmla="*/ 0 h 184694"/>
                <a:gd name="csX5" fmla="*/ 161684 w 190358"/>
                <a:gd name="csY5" fmla="*/ 3 h 184694"/>
                <a:gd name="csX6" fmla="*/ 190358 w 190358"/>
                <a:gd name="csY6" fmla="*/ 27423 h 184694"/>
                <a:gd name="csX7" fmla="*/ 190355 w 190358"/>
                <a:gd name="csY7" fmla="*/ 157312 h 184694"/>
                <a:gd name="csX8" fmla="*/ 163827 w 190358"/>
                <a:gd name="csY8" fmla="*/ 184334 h 1846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8" h="184694">
                  <a:moveTo>
                    <a:pt x="163827" y="184334"/>
                  </a:moveTo>
                  <a:lnTo>
                    <a:pt x="28682" y="184694"/>
                  </a:lnTo>
                  <a:cubicBezTo>
                    <a:pt x="12516" y="184737"/>
                    <a:pt x="1007" y="172246"/>
                    <a:pt x="0" y="157263"/>
                  </a:cubicBezTo>
                  <a:lnTo>
                    <a:pt x="0" y="27437"/>
                  </a:lnTo>
                  <a:cubicBezTo>
                    <a:pt x="993" y="12318"/>
                    <a:pt x="12510" y="0"/>
                    <a:pt x="28674" y="0"/>
                  </a:cubicBezTo>
                  <a:lnTo>
                    <a:pt x="161684" y="3"/>
                  </a:lnTo>
                  <a:cubicBezTo>
                    <a:pt x="177837" y="3"/>
                    <a:pt x="189351" y="12345"/>
                    <a:pt x="190358" y="27423"/>
                  </a:cubicBezTo>
                  <a:lnTo>
                    <a:pt x="190355" y="157312"/>
                  </a:lnTo>
                  <a:cubicBezTo>
                    <a:pt x="189360" y="169966"/>
                    <a:pt x="180333" y="184290"/>
                    <a:pt x="163827" y="184334"/>
                  </a:cubicBezTo>
                  <a:close/>
                </a:path>
              </a:pathLst>
            </a:custGeom>
            <a:solidFill>
              <a:srgbClr val="DB0196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88397A2-BDFF-6C13-B70E-EAD9CD8121E0}"/>
                </a:ext>
              </a:extLst>
            </p:cNvPr>
            <p:cNvSpPr/>
            <p:nvPr/>
          </p:nvSpPr>
          <p:spPr>
            <a:xfrm>
              <a:off x="1711719" y="539915"/>
              <a:ext cx="190351" cy="185031"/>
            </a:xfrm>
            <a:custGeom>
              <a:avLst/>
              <a:gdLst>
                <a:gd name="csX0" fmla="*/ 163853 w 190351"/>
                <a:gd name="csY0" fmla="*/ 185032 h 185031"/>
                <a:gd name="csX1" fmla="*/ 28670 w 190351"/>
                <a:gd name="csY1" fmla="*/ 184671 h 185031"/>
                <a:gd name="csX2" fmla="*/ 0 w 190351"/>
                <a:gd name="csY2" fmla="*/ 157235 h 185031"/>
                <a:gd name="csX3" fmla="*/ 1 w 190351"/>
                <a:gd name="csY3" fmla="*/ 27434 h 185031"/>
                <a:gd name="csX4" fmla="*/ 28667 w 190351"/>
                <a:gd name="csY4" fmla="*/ 0 h 185031"/>
                <a:gd name="csX5" fmla="*/ 161679 w 190351"/>
                <a:gd name="csY5" fmla="*/ 15 h 185031"/>
                <a:gd name="csX6" fmla="*/ 190351 w 190351"/>
                <a:gd name="csY6" fmla="*/ 27438 h 185031"/>
                <a:gd name="csX7" fmla="*/ 190351 w 190351"/>
                <a:gd name="csY7" fmla="*/ 157159 h 185031"/>
                <a:gd name="csX8" fmla="*/ 163853 w 190351"/>
                <a:gd name="csY8" fmla="*/ 185032 h 1850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1" h="185031">
                  <a:moveTo>
                    <a:pt x="163853" y="185032"/>
                  </a:moveTo>
                  <a:lnTo>
                    <a:pt x="28670" y="184671"/>
                  </a:lnTo>
                  <a:cubicBezTo>
                    <a:pt x="12533" y="184628"/>
                    <a:pt x="1052" y="172409"/>
                    <a:pt x="0" y="157235"/>
                  </a:cubicBezTo>
                  <a:lnTo>
                    <a:pt x="1" y="27434"/>
                  </a:lnTo>
                  <a:cubicBezTo>
                    <a:pt x="1056" y="12349"/>
                    <a:pt x="12521" y="-2"/>
                    <a:pt x="28667" y="0"/>
                  </a:cubicBezTo>
                  <a:lnTo>
                    <a:pt x="161679" y="15"/>
                  </a:lnTo>
                  <a:cubicBezTo>
                    <a:pt x="177820" y="17"/>
                    <a:pt x="189311" y="12346"/>
                    <a:pt x="190351" y="27438"/>
                  </a:cubicBezTo>
                  <a:lnTo>
                    <a:pt x="190351" y="157159"/>
                  </a:lnTo>
                  <a:cubicBezTo>
                    <a:pt x="189373" y="171282"/>
                    <a:pt x="180242" y="181891"/>
                    <a:pt x="163853" y="185032"/>
                  </a:cubicBezTo>
                  <a:close/>
                </a:path>
              </a:pathLst>
            </a:custGeom>
            <a:solidFill>
              <a:srgbClr val="1464B8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AB7145A-BB42-18F7-4DF1-C391F47C1B6B}"/>
                </a:ext>
              </a:extLst>
            </p:cNvPr>
            <p:cNvSpPr/>
            <p:nvPr/>
          </p:nvSpPr>
          <p:spPr>
            <a:xfrm>
              <a:off x="2424667" y="539095"/>
              <a:ext cx="192290" cy="186811"/>
            </a:xfrm>
            <a:custGeom>
              <a:avLst/>
              <a:gdLst>
                <a:gd name="csX0" fmla="*/ 164774 w 192290"/>
                <a:gd name="csY0" fmla="*/ 186811 h 186811"/>
                <a:gd name="csX1" fmla="*/ 29155 w 192290"/>
                <a:gd name="csY1" fmla="*/ 186441 h 186811"/>
                <a:gd name="csX2" fmla="*/ 0 w 192290"/>
                <a:gd name="csY2" fmla="*/ 158350 h 186811"/>
                <a:gd name="csX3" fmla="*/ 3 w 192290"/>
                <a:gd name="csY3" fmla="*/ 27970 h 186811"/>
                <a:gd name="csX4" fmla="*/ 29083 w 192290"/>
                <a:gd name="csY4" fmla="*/ 15 h 186811"/>
                <a:gd name="csX5" fmla="*/ 162549 w 192290"/>
                <a:gd name="csY5" fmla="*/ 0 h 186811"/>
                <a:gd name="csX6" fmla="*/ 192290 w 192290"/>
                <a:gd name="csY6" fmla="*/ 32567 h 186811"/>
                <a:gd name="csX7" fmla="*/ 192257 w 192290"/>
                <a:gd name="csY7" fmla="*/ 153677 h 186811"/>
                <a:gd name="csX8" fmla="*/ 164774 w 192290"/>
                <a:gd name="csY8" fmla="*/ 186811 h 186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2290" h="186811">
                  <a:moveTo>
                    <a:pt x="164774" y="186811"/>
                  </a:moveTo>
                  <a:lnTo>
                    <a:pt x="29155" y="186441"/>
                  </a:lnTo>
                  <a:cubicBezTo>
                    <a:pt x="13402" y="186398"/>
                    <a:pt x="0" y="173901"/>
                    <a:pt x="0" y="158350"/>
                  </a:cubicBezTo>
                  <a:lnTo>
                    <a:pt x="3" y="27970"/>
                  </a:lnTo>
                  <a:cubicBezTo>
                    <a:pt x="3" y="12441"/>
                    <a:pt x="13292" y="17"/>
                    <a:pt x="29083" y="15"/>
                  </a:cubicBezTo>
                  <a:lnTo>
                    <a:pt x="162549" y="0"/>
                  </a:lnTo>
                  <a:cubicBezTo>
                    <a:pt x="181398" y="-2"/>
                    <a:pt x="192295" y="15232"/>
                    <a:pt x="192290" y="32567"/>
                  </a:cubicBezTo>
                  <a:lnTo>
                    <a:pt x="192257" y="153677"/>
                  </a:lnTo>
                  <a:cubicBezTo>
                    <a:pt x="192253" y="169854"/>
                    <a:pt x="183741" y="183280"/>
                    <a:pt x="164774" y="186811"/>
                  </a:cubicBezTo>
                  <a:close/>
                </a:path>
              </a:pathLst>
            </a:custGeom>
            <a:solidFill>
              <a:srgbClr val="A5A5A5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7541FD2-F14E-D542-9219-6F0FC642C98A}"/>
                </a:ext>
              </a:extLst>
            </p:cNvPr>
            <p:cNvSpPr/>
            <p:nvPr/>
          </p:nvSpPr>
          <p:spPr>
            <a:xfrm>
              <a:off x="1949585" y="539885"/>
              <a:ext cx="190354" cy="184719"/>
            </a:xfrm>
            <a:custGeom>
              <a:avLst/>
              <a:gdLst>
                <a:gd name="csX0" fmla="*/ 163827 w 190354"/>
                <a:gd name="csY0" fmla="*/ 184358 h 184719"/>
                <a:gd name="csX1" fmla="*/ 28678 w 190354"/>
                <a:gd name="csY1" fmla="*/ 184719 h 184719"/>
                <a:gd name="csX2" fmla="*/ 3 w 190354"/>
                <a:gd name="csY2" fmla="*/ 157286 h 184719"/>
                <a:gd name="csX3" fmla="*/ 0 w 190354"/>
                <a:gd name="csY3" fmla="*/ 27456 h 184719"/>
                <a:gd name="csX4" fmla="*/ 28663 w 190354"/>
                <a:gd name="csY4" fmla="*/ 0 h 184719"/>
                <a:gd name="csX5" fmla="*/ 161691 w 190354"/>
                <a:gd name="csY5" fmla="*/ 1 h 184719"/>
                <a:gd name="csX6" fmla="*/ 190351 w 190354"/>
                <a:gd name="csY6" fmla="*/ 27447 h 184719"/>
                <a:gd name="csX7" fmla="*/ 190355 w 190354"/>
                <a:gd name="csY7" fmla="*/ 157340 h 184719"/>
                <a:gd name="csX8" fmla="*/ 163827 w 190354"/>
                <a:gd name="csY8" fmla="*/ 184358 h 184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4" h="184719">
                  <a:moveTo>
                    <a:pt x="163827" y="184358"/>
                  </a:moveTo>
                  <a:lnTo>
                    <a:pt x="28678" y="184719"/>
                  </a:lnTo>
                  <a:cubicBezTo>
                    <a:pt x="12514" y="184762"/>
                    <a:pt x="1037" y="172259"/>
                    <a:pt x="3" y="157286"/>
                  </a:cubicBezTo>
                  <a:lnTo>
                    <a:pt x="0" y="27456"/>
                  </a:lnTo>
                  <a:cubicBezTo>
                    <a:pt x="1012" y="12377"/>
                    <a:pt x="12523" y="0"/>
                    <a:pt x="28663" y="0"/>
                  </a:cubicBezTo>
                  <a:lnTo>
                    <a:pt x="161691" y="1"/>
                  </a:lnTo>
                  <a:cubicBezTo>
                    <a:pt x="177827" y="2"/>
                    <a:pt x="189306" y="12404"/>
                    <a:pt x="190351" y="27447"/>
                  </a:cubicBezTo>
                  <a:lnTo>
                    <a:pt x="190355" y="157340"/>
                  </a:lnTo>
                  <a:cubicBezTo>
                    <a:pt x="189345" y="169977"/>
                    <a:pt x="180323" y="184314"/>
                    <a:pt x="163827" y="184358"/>
                  </a:cubicBezTo>
                  <a:close/>
                </a:path>
              </a:pathLst>
            </a:custGeom>
            <a:solidFill>
              <a:srgbClr val="01A47C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6560180C-6667-848C-7904-96B3130F1FBE}"/>
                </a:ext>
              </a:extLst>
            </p:cNvPr>
            <p:cNvSpPr/>
            <p:nvPr/>
          </p:nvSpPr>
          <p:spPr>
            <a:xfrm>
              <a:off x="2661739" y="538768"/>
              <a:ext cx="193515" cy="187560"/>
            </a:xfrm>
            <a:custGeom>
              <a:avLst/>
              <a:gdLst>
                <a:gd name="csX0" fmla="*/ 158824 w 193515"/>
                <a:gd name="csY0" fmla="*/ 187561 h 187560"/>
                <a:gd name="csX1" fmla="*/ 34429 w 193515"/>
                <a:gd name="csY1" fmla="*/ 187535 h 187560"/>
                <a:gd name="csX2" fmla="*/ 0 w 193515"/>
                <a:gd name="csY2" fmla="*/ 154040 h 187560"/>
                <a:gd name="csX3" fmla="*/ 28 w 193515"/>
                <a:gd name="csY3" fmla="*/ 32796 h 187560"/>
                <a:gd name="csX4" fmla="*/ 29682 w 193515"/>
                <a:gd name="csY4" fmla="*/ 236 h 187560"/>
                <a:gd name="csX5" fmla="*/ 167740 w 193515"/>
                <a:gd name="csY5" fmla="*/ 0 h 187560"/>
                <a:gd name="csX6" fmla="*/ 193482 w 193515"/>
                <a:gd name="csY6" fmla="*/ 33068 h 187560"/>
                <a:gd name="csX7" fmla="*/ 193515 w 193515"/>
                <a:gd name="csY7" fmla="*/ 153845 h 187560"/>
                <a:gd name="csX8" fmla="*/ 158824 w 193515"/>
                <a:gd name="csY8" fmla="*/ 187561 h 187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3515" h="187560">
                  <a:moveTo>
                    <a:pt x="158824" y="187561"/>
                  </a:moveTo>
                  <a:lnTo>
                    <a:pt x="34429" y="187535"/>
                  </a:lnTo>
                  <a:cubicBezTo>
                    <a:pt x="13520" y="187531"/>
                    <a:pt x="-5" y="174472"/>
                    <a:pt x="0" y="154040"/>
                  </a:cubicBezTo>
                  <a:lnTo>
                    <a:pt x="28" y="32796"/>
                  </a:lnTo>
                  <a:cubicBezTo>
                    <a:pt x="32" y="15491"/>
                    <a:pt x="10796" y="268"/>
                    <a:pt x="29682" y="236"/>
                  </a:cubicBezTo>
                  <a:lnTo>
                    <a:pt x="167740" y="0"/>
                  </a:lnTo>
                  <a:cubicBezTo>
                    <a:pt x="184522" y="3439"/>
                    <a:pt x="193477" y="16672"/>
                    <a:pt x="193482" y="33068"/>
                  </a:cubicBezTo>
                  <a:lnTo>
                    <a:pt x="193515" y="153845"/>
                  </a:lnTo>
                  <a:cubicBezTo>
                    <a:pt x="193521" y="174213"/>
                    <a:pt x="179670" y="187565"/>
                    <a:pt x="158824" y="187561"/>
                  </a:cubicBezTo>
                  <a:close/>
                </a:path>
              </a:pathLst>
            </a:custGeom>
            <a:solidFill>
              <a:srgbClr val="BBBBBB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11CB7F7-9F37-5538-4CA8-DA23C16D067E}"/>
                </a:ext>
              </a:extLst>
            </p:cNvPr>
            <p:cNvSpPr/>
            <p:nvPr/>
          </p:nvSpPr>
          <p:spPr>
            <a:xfrm>
              <a:off x="2187451" y="539913"/>
              <a:ext cx="190354" cy="184692"/>
            </a:xfrm>
            <a:custGeom>
              <a:avLst/>
              <a:gdLst>
                <a:gd name="csX0" fmla="*/ 163829 w 190354"/>
                <a:gd name="csY0" fmla="*/ 184328 h 184692"/>
                <a:gd name="csX1" fmla="*/ 28676 w 190354"/>
                <a:gd name="csY1" fmla="*/ 184692 h 184692"/>
                <a:gd name="csX2" fmla="*/ 2 w 190354"/>
                <a:gd name="csY2" fmla="*/ 157262 h 184692"/>
                <a:gd name="csX3" fmla="*/ 0 w 190354"/>
                <a:gd name="csY3" fmla="*/ 27430 h 184692"/>
                <a:gd name="csX4" fmla="*/ 28670 w 190354"/>
                <a:gd name="csY4" fmla="*/ 2 h 184692"/>
                <a:gd name="csX5" fmla="*/ 161687 w 190354"/>
                <a:gd name="csY5" fmla="*/ 0 h 184692"/>
                <a:gd name="csX6" fmla="*/ 190353 w 190354"/>
                <a:gd name="csY6" fmla="*/ 27420 h 184692"/>
                <a:gd name="csX7" fmla="*/ 190354 w 190354"/>
                <a:gd name="csY7" fmla="*/ 157313 h 184692"/>
                <a:gd name="csX8" fmla="*/ 163829 w 190354"/>
                <a:gd name="csY8" fmla="*/ 184328 h 184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4" h="184692">
                  <a:moveTo>
                    <a:pt x="163829" y="184328"/>
                  </a:moveTo>
                  <a:lnTo>
                    <a:pt x="28676" y="184692"/>
                  </a:lnTo>
                  <a:cubicBezTo>
                    <a:pt x="12526" y="184736"/>
                    <a:pt x="1071" y="172207"/>
                    <a:pt x="2" y="157262"/>
                  </a:cubicBezTo>
                  <a:lnTo>
                    <a:pt x="0" y="27430"/>
                  </a:lnTo>
                  <a:cubicBezTo>
                    <a:pt x="1031" y="12357"/>
                    <a:pt x="12531" y="2"/>
                    <a:pt x="28670" y="2"/>
                  </a:cubicBezTo>
                  <a:lnTo>
                    <a:pt x="161687" y="0"/>
                  </a:lnTo>
                  <a:cubicBezTo>
                    <a:pt x="177824" y="0"/>
                    <a:pt x="189285" y="12379"/>
                    <a:pt x="190353" y="27420"/>
                  </a:cubicBezTo>
                  <a:lnTo>
                    <a:pt x="190354" y="157313"/>
                  </a:lnTo>
                  <a:cubicBezTo>
                    <a:pt x="189312" y="169929"/>
                    <a:pt x="180317" y="184283"/>
                    <a:pt x="163829" y="184328"/>
                  </a:cubicBezTo>
                  <a:close/>
                </a:path>
              </a:pathLst>
            </a:custGeom>
            <a:solidFill>
              <a:srgbClr val="585858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FD5AC22-4E93-63BA-A136-8F9089F2B8F4}"/>
                </a:ext>
              </a:extLst>
            </p:cNvPr>
            <p:cNvSpPr/>
            <p:nvPr/>
          </p:nvSpPr>
          <p:spPr>
            <a:xfrm>
              <a:off x="522386" y="539885"/>
              <a:ext cx="190356" cy="184714"/>
            </a:xfrm>
            <a:custGeom>
              <a:avLst/>
              <a:gdLst>
                <a:gd name="csX0" fmla="*/ 163831 w 190356"/>
                <a:gd name="csY0" fmla="*/ 184359 h 184714"/>
                <a:gd name="csX1" fmla="*/ 28680 w 190356"/>
                <a:gd name="csY1" fmla="*/ 184715 h 184714"/>
                <a:gd name="csX2" fmla="*/ 4 w 190356"/>
                <a:gd name="csY2" fmla="*/ 157290 h 184714"/>
                <a:gd name="csX3" fmla="*/ 0 w 190356"/>
                <a:gd name="csY3" fmla="*/ 27456 h 184714"/>
                <a:gd name="csX4" fmla="*/ 28663 w 190356"/>
                <a:gd name="csY4" fmla="*/ 0 h 184714"/>
                <a:gd name="csX5" fmla="*/ 161688 w 190356"/>
                <a:gd name="csY5" fmla="*/ 12 h 184714"/>
                <a:gd name="csX6" fmla="*/ 190351 w 190356"/>
                <a:gd name="csY6" fmla="*/ 27445 h 184714"/>
                <a:gd name="csX7" fmla="*/ 190357 w 190356"/>
                <a:gd name="csY7" fmla="*/ 157343 h 184714"/>
                <a:gd name="csX8" fmla="*/ 163831 w 190356"/>
                <a:gd name="csY8" fmla="*/ 184359 h 184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6" h="184714">
                  <a:moveTo>
                    <a:pt x="163831" y="184359"/>
                  </a:moveTo>
                  <a:lnTo>
                    <a:pt x="28680" y="184715"/>
                  </a:lnTo>
                  <a:cubicBezTo>
                    <a:pt x="12523" y="184757"/>
                    <a:pt x="1033" y="172251"/>
                    <a:pt x="4" y="157290"/>
                  </a:cubicBezTo>
                  <a:lnTo>
                    <a:pt x="0" y="27456"/>
                  </a:lnTo>
                  <a:cubicBezTo>
                    <a:pt x="1030" y="12391"/>
                    <a:pt x="12528" y="-1"/>
                    <a:pt x="28663" y="0"/>
                  </a:cubicBezTo>
                  <a:lnTo>
                    <a:pt x="161688" y="12"/>
                  </a:lnTo>
                  <a:cubicBezTo>
                    <a:pt x="177819" y="14"/>
                    <a:pt x="189315" y="12409"/>
                    <a:pt x="190351" y="27445"/>
                  </a:cubicBezTo>
                  <a:lnTo>
                    <a:pt x="190357" y="157343"/>
                  </a:lnTo>
                  <a:cubicBezTo>
                    <a:pt x="189323" y="169959"/>
                    <a:pt x="180315" y="184315"/>
                    <a:pt x="163831" y="184359"/>
                  </a:cubicBezTo>
                  <a:close/>
                </a:path>
              </a:pathLst>
            </a:custGeom>
            <a:solidFill>
              <a:srgbClr val="F9550B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483054E-B0D2-1732-CE17-3F9C84674AD6}"/>
                </a:ext>
              </a:extLst>
            </p:cNvPr>
            <p:cNvSpPr/>
            <p:nvPr/>
          </p:nvSpPr>
          <p:spPr>
            <a:xfrm>
              <a:off x="998121" y="539900"/>
              <a:ext cx="190353" cy="184704"/>
            </a:xfrm>
            <a:custGeom>
              <a:avLst/>
              <a:gdLst>
                <a:gd name="csX0" fmla="*/ 163826 w 190353"/>
                <a:gd name="csY0" fmla="*/ 184342 h 184704"/>
                <a:gd name="csX1" fmla="*/ 28675 w 190353"/>
                <a:gd name="csY1" fmla="*/ 184704 h 184704"/>
                <a:gd name="csX2" fmla="*/ 0 w 190353"/>
                <a:gd name="csY2" fmla="*/ 157273 h 184704"/>
                <a:gd name="csX3" fmla="*/ 0 w 190353"/>
                <a:gd name="csY3" fmla="*/ 27446 h 184704"/>
                <a:gd name="csX4" fmla="*/ 28667 w 190353"/>
                <a:gd name="csY4" fmla="*/ 0 h 184704"/>
                <a:gd name="csX5" fmla="*/ 161687 w 190353"/>
                <a:gd name="csY5" fmla="*/ 2 h 184704"/>
                <a:gd name="csX6" fmla="*/ 190351 w 190353"/>
                <a:gd name="csY6" fmla="*/ 27432 h 184704"/>
                <a:gd name="csX7" fmla="*/ 190354 w 190353"/>
                <a:gd name="csY7" fmla="*/ 157327 h 184704"/>
                <a:gd name="csX8" fmla="*/ 163826 w 190353"/>
                <a:gd name="csY8" fmla="*/ 184342 h 18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3" h="184704">
                  <a:moveTo>
                    <a:pt x="163826" y="184342"/>
                  </a:moveTo>
                  <a:lnTo>
                    <a:pt x="28675" y="184704"/>
                  </a:lnTo>
                  <a:cubicBezTo>
                    <a:pt x="12519" y="184748"/>
                    <a:pt x="1051" y="172230"/>
                    <a:pt x="0" y="157273"/>
                  </a:cubicBezTo>
                  <a:lnTo>
                    <a:pt x="0" y="27446"/>
                  </a:lnTo>
                  <a:cubicBezTo>
                    <a:pt x="1004" y="12341"/>
                    <a:pt x="12510" y="0"/>
                    <a:pt x="28667" y="0"/>
                  </a:cubicBezTo>
                  <a:lnTo>
                    <a:pt x="161687" y="2"/>
                  </a:lnTo>
                  <a:cubicBezTo>
                    <a:pt x="177824" y="2"/>
                    <a:pt x="189297" y="12388"/>
                    <a:pt x="190351" y="27432"/>
                  </a:cubicBezTo>
                  <a:lnTo>
                    <a:pt x="190354" y="157327"/>
                  </a:lnTo>
                  <a:cubicBezTo>
                    <a:pt x="189345" y="169955"/>
                    <a:pt x="180315" y="184297"/>
                    <a:pt x="163826" y="184342"/>
                  </a:cubicBezTo>
                  <a:close/>
                </a:path>
              </a:pathLst>
            </a:custGeom>
            <a:solidFill>
              <a:srgbClr val="C35701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B9F715D-89E3-B79F-9C3B-DBA1B2F4FC66}"/>
                </a:ext>
              </a:extLst>
            </p:cNvPr>
            <p:cNvSpPr/>
            <p:nvPr/>
          </p:nvSpPr>
          <p:spPr>
            <a:xfrm>
              <a:off x="760254" y="539900"/>
              <a:ext cx="190353" cy="184704"/>
            </a:xfrm>
            <a:custGeom>
              <a:avLst/>
              <a:gdLst>
                <a:gd name="csX0" fmla="*/ 163826 w 190353"/>
                <a:gd name="csY0" fmla="*/ 184342 h 184704"/>
                <a:gd name="csX1" fmla="*/ 28675 w 190353"/>
                <a:gd name="csY1" fmla="*/ 184704 h 184704"/>
                <a:gd name="csX2" fmla="*/ 0 w 190353"/>
                <a:gd name="csY2" fmla="*/ 157273 h 184704"/>
                <a:gd name="csX3" fmla="*/ 0 w 190353"/>
                <a:gd name="csY3" fmla="*/ 27446 h 184704"/>
                <a:gd name="csX4" fmla="*/ 28667 w 190353"/>
                <a:gd name="csY4" fmla="*/ 0 h 184704"/>
                <a:gd name="csX5" fmla="*/ 161687 w 190353"/>
                <a:gd name="csY5" fmla="*/ 2 h 184704"/>
                <a:gd name="csX6" fmla="*/ 190351 w 190353"/>
                <a:gd name="csY6" fmla="*/ 27432 h 184704"/>
                <a:gd name="csX7" fmla="*/ 190354 w 190353"/>
                <a:gd name="csY7" fmla="*/ 157327 h 184704"/>
                <a:gd name="csX8" fmla="*/ 163826 w 190353"/>
                <a:gd name="csY8" fmla="*/ 184342 h 18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3" h="184704">
                  <a:moveTo>
                    <a:pt x="163826" y="184342"/>
                  </a:moveTo>
                  <a:lnTo>
                    <a:pt x="28675" y="184704"/>
                  </a:lnTo>
                  <a:cubicBezTo>
                    <a:pt x="12519" y="184748"/>
                    <a:pt x="1051" y="172230"/>
                    <a:pt x="0" y="157273"/>
                  </a:cubicBezTo>
                  <a:lnTo>
                    <a:pt x="0" y="27446"/>
                  </a:lnTo>
                  <a:cubicBezTo>
                    <a:pt x="1004" y="12341"/>
                    <a:pt x="12510" y="0"/>
                    <a:pt x="28667" y="0"/>
                  </a:cubicBezTo>
                  <a:lnTo>
                    <a:pt x="161687" y="2"/>
                  </a:lnTo>
                  <a:cubicBezTo>
                    <a:pt x="177824" y="2"/>
                    <a:pt x="189297" y="12388"/>
                    <a:pt x="190351" y="27432"/>
                  </a:cubicBezTo>
                  <a:lnTo>
                    <a:pt x="190354" y="157327"/>
                  </a:lnTo>
                  <a:cubicBezTo>
                    <a:pt x="189345" y="169955"/>
                    <a:pt x="180315" y="184297"/>
                    <a:pt x="163826" y="184342"/>
                  </a:cubicBezTo>
                  <a:close/>
                </a:path>
              </a:pathLst>
            </a:custGeom>
            <a:solidFill>
              <a:srgbClr val="000063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9BD5877-1F35-E387-516F-284C1EE71977}"/>
                </a:ext>
              </a:extLst>
            </p:cNvPr>
            <p:cNvSpPr/>
            <p:nvPr/>
          </p:nvSpPr>
          <p:spPr>
            <a:xfrm>
              <a:off x="2899779" y="538768"/>
              <a:ext cx="193515" cy="187560"/>
            </a:xfrm>
            <a:custGeom>
              <a:avLst/>
              <a:gdLst>
                <a:gd name="csX0" fmla="*/ 158824 w 193515"/>
                <a:gd name="csY0" fmla="*/ 187561 h 187560"/>
                <a:gd name="csX1" fmla="*/ 34429 w 193515"/>
                <a:gd name="csY1" fmla="*/ 187535 h 187560"/>
                <a:gd name="csX2" fmla="*/ 0 w 193515"/>
                <a:gd name="csY2" fmla="*/ 154040 h 187560"/>
                <a:gd name="csX3" fmla="*/ 28 w 193515"/>
                <a:gd name="csY3" fmla="*/ 32796 h 187560"/>
                <a:gd name="csX4" fmla="*/ 29682 w 193515"/>
                <a:gd name="csY4" fmla="*/ 236 h 187560"/>
                <a:gd name="csX5" fmla="*/ 167740 w 193515"/>
                <a:gd name="csY5" fmla="*/ 0 h 187560"/>
                <a:gd name="csX6" fmla="*/ 193482 w 193515"/>
                <a:gd name="csY6" fmla="*/ 33068 h 187560"/>
                <a:gd name="csX7" fmla="*/ 193515 w 193515"/>
                <a:gd name="csY7" fmla="*/ 153845 h 187560"/>
                <a:gd name="csX8" fmla="*/ 158824 w 193515"/>
                <a:gd name="csY8" fmla="*/ 187561 h 187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3515" h="187560">
                  <a:moveTo>
                    <a:pt x="158824" y="187561"/>
                  </a:moveTo>
                  <a:lnTo>
                    <a:pt x="34429" y="187535"/>
                  </a:lnTo>
                  <a:cubicBezTo>
                    <a:pt x="13520" y="187531"/>
                    <a:pt x="-5" y="174472"/>
                    <a:pt x="0" y="154040"/>
                  </a:cubicBezTo>
                  <a:lnTo>
                    <a:pt x="28" y="32796"/>
                  </a:lnTo>
                  <a:cubicBezTo>
                    <a:pt x="32" y="15491"/>
                    <a:pt x="10796" y="268"/>
                    <a:pt x="29682" y="236"/>
                  </a:cubicBezTo>
                  <a:lnTo>
                    <a:pt x="167740" y="0"/>
                  </a:lnTo>
                  <a:cubicBezTo>
                    <a:pt x="184522" y="3439"/>
                    <a:pt x="193477" y="16672"/>
                    <a:pt x="193482" y="33068"/>
                  </a:cubicBezTo>
                  <a:lnTo>
                    <a:pt x="193515" y="153845"/>
                  </a:lnTo>
                  <a:cubicBezTo>
                    <a:pt x="193521" y="174213"/>
                    <a:pt x="179670" y="187565"/>
                    <a:pt x="158824" y="187561"/>
                  </a:cubicBezTo>
                  <a:close/>
                </a:path>
              </a:pathLst>
            </a:custGeom>
            <a:solidFill>
              <a:srgbClr val="D3D3D3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926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61761"/>
            <a:ext cx="4001707" cy="29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· Categorical · 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1053133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0D0DF2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457200" y="1530984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#0D0DF2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1044117" y="1053133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078465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1044117" y="1530984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#078465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1631034" y="1053133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CF480B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631034" y="1530984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#CF480B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217951" y="1053133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D9264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217951" y="1530984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#D92641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804868" y="1053133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AB49D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2804868" y="1530984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#AB49D1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391785" y="1053133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0F8835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3391785" y="1530984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#0F8835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978702" y="1053133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897614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978702" y="1530984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#897614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4565619" y="1053133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DB0C99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565619" y="1530984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#DB0C99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152536" y="1053133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3974C6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52536" y="1530984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#3974C6</a:t>
            </a:r>
            <a:endParaRPr lang="en-US" sz="6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3C1DF4-7D1C-CAA2-25AB-F541E0373B75}"/>
              </a:ext>
            </a:extLst>
          </p:cNvPr>
          <p:cNvSpPr/>
          <p:nvPr/>
        </p:nvSpPr>
        <p:spPr>
          <a:xfrm>
            <a:off x="6096000" y="1745412"/>
            <a:ext cx="6096000" cy="1681700"/>
          </a:xfrm>
          <a:prstGeom prst="rect">
            <a:avLst/>
          </a:prstGeom>
          <a:solidFill>
            <a:srgbClr val="0000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E268E73-0241-DD03-8B32-7D1BF7001139}"/>
              </a:ext>
            </a:extLst>
          </p:cNvPr>
          <p:cNvGrpSpPr/>
          <p:nvPr/>
        </p:nvGrpSpPr>
        <p:grpSpPr>
          <a:xfrm>
            <a:off x="6725598" y="1798595"/>
            <a:ext cx="4737296" cy="1066361"/>
            <a:chOff x="457200" y="1097280"/>
            <a:chExt cx="8417063" cy="3200400"/>
          </a:xfrm>
        </p:grpSpPr>
        <p:graphicFrame>
          <p:nvGraphicFramePr>
            <p:cNvPr id="43" name="Chart 0">
              <a:extLst>
                <a:ext uri="{FF2B5EF4-FFF2-40B4-BE49-F238E27FC236}">
                  <a16:creationId xmlns:a16="http://schemas.microsoft.com/office/drawing/2014/main" id="{E0846207-1531-2FC1-2F6B-879BA98D8CA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6737086"/>
                </p:ext>
              </p:extLst>
            </p:nvPr>
          </p:nvGraphicFramePr>
          <p:xfrm>
            <a:off x="457200" y="1097280"/>
            <a:ext cx="5029200" cy="3200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44" name="Chart 1">
              <a:extLst>
                <a:ext uri="{FF2B5EF4-FFF2-40B4-BE49-F238E27FC236}">
                  <a16:creationId xmlns:a16="http://schemas.microsoft.com/office/drawing/2014/main" id="{D89A0492-EB39-9F41-3260-4B2F4CAD1DC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87936728"/>
                </p:ext>
              </p:extLst>
            </p:nvPr>
          </p:nvGraphicFramePr>
          <p:xfrm>
            <a:off x="5673863" y="1097280"/>
            <a:ext cx="3200400" cy="3200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4F52900-1C7B-1C63-3A47-3C52BC192BD2}"/>
              </a:ext>
            </a:extLst>
          </p:cNvPr>
          <p:cNvGrpSpPr/>
          <p:nvPr/>
        </p:nvGrpSpPr>
        <p:grpSpPr>
          <a:xfrm>
            <a:off x="6852621" y="2916130"/>
            <a:ext cx="4516419" cy="282191"/>
            <a:chOff x="4940883" y="5852160"/>
            <a:chExt cx="7115107" cy="1284692"/>
          </a:xfrm>
        </p:grpSpPr>
        <p:sp>
          <p:nvSpPr>
            <p:cNvPr id="71" name="Shape 1">
              <a:extLst>
                <a:ext uri="{FF2B5EF4-FFF2-40B4-BE49-F238E27FC236}">
                  <a16:creationId xmlns:a16="http://schemas.microsoft.com/office/drawing/2014/main" id="{4D9CA2D9-00C2-DB9B-C1FE-573DC6DB1E74}"/>
                </a:ext>
              </a:extLst>
            </p:cNvPr>
            <p:cNvSpPr/>
            <p:nvPr/>
          </p:nvSpPr>
          <p:spPr>
            <a:xfrm>
              <a:off x="8544694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6B7584"/>
            </a:solidFill>
            <a:ln w="6350">
              <a:solidFill>
                <a:schemeClr val="bg1"/>
              </a:solidFill>
            </a:ln>
          </p:spPr>
          <p:txBody>
            <a:bodyPr/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72" name="Text 2">
              <a:extLst>
                <a:ext uri="{FF2B5EF4-FFF2-40B4-BE49-F238E27FC236}">
                  <a16:creationId xmlns:a16="http://schemas.microsoft.com/office/drawing/2014/main" id="{E8BE9B2B-4C68-00E2-B9C4-D7EFE36A36A1}"/>
                </a:ext>
              </a:extLst>
            </p:cNvPr>
            <p:cNvSpPr/>
            <p:nvPr/>
          </p:nvSpPr>
          <p:spPr>
            <a:xfrm>
              <a:off x="8544694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#6B7584</a:t>
              </a:r>
              <a:endParaRPr 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73" name="Shape 3">
              <a:extLst>
                <a:ext uri="{FF2B5EF4-FFF2-40B4-BE49-F238E27FC236}">
                  <a16:creationId xmlns:a16="http://schemas.microsoft.com/office/drawing/2014/main" id="{78DDFC08-469A-7AF7-E31A-7EB6A55D5BC6}"/>
                </a:ext>
              </a:extLst>
            </p:cNvPr>
            <p:cNvSpPr/>
            <p:nvPr/>
          </p:nvSpPr>
          <p:spPr>
            <a:xfrm>
              <a:off x="9751702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6D7680"/>
            </a:solidFill>
            <a:ln w="6350">
              <a:solidFill>
                <a:schemeClr val="bg1"/>
              </a:solidFill>
            </a:ln>
          </p:spPr>
          <p:txBody>
            <a:bodyPr/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74" name="Text 4">
              <a:extLst>
                <a:ext uri="{FF2B5EF4-FFF2-40B4-BE49-F238E27FC236}">
                  <a16:creationId xmlns:a16="http://schemas.microsoft.com/office/drawing/2014/main" id="{080C599F-D928-25E3-B5FB-671D78CDD81F}"/>
                </a:ext>
              </a:extLst>
            </p:cNvPr>
            <p:cNvSpPr/>
            <p:nvPr/>
          </p:nvSpPr>
          <p:spPr>
            <a:xfrm>
              <a:off x="9751702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#6D7680</a:t>
              </a:r>
              <a:endParaRPr 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75" name="Shape 5">
              <a:extLst>
                <a:ext uri="{FF2B5EF4-FFF2-40B4-BE49-F238E27FC236}">
                  <a16:creationId xmlns:a16="http://schemas.microsoft.com/office/drawing/2014/main" id="{7AF0CBF3-5361-F877-6712-5C24D1F47830}"/>
                </a:ext>
              </a:extLst>
            </p:cNvPr>
            <p:cNvSpPr/>
            <p:nvPr/>
          </p:nvSpPr>
          <p:spPr>
            <a:xfrm>
              <a:off x="10958710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565B61"/>
            </a:solidFill>
            <a:ln w="6350">
              <a:solidFill>
                <a:schemeClr val="bg1"/>
              </a:solidFill>
            </a:ln>
          </p:spPr>
          <p:txBody>
            <a:bodyPr/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76" name="Text 6">
              <a:extLst>
                <a:ext uri="{FF2B5EF4-FFF2-40B4-BE49-F238E27FC236}">
                  <a16:creationId xmlns:a16="http://schemas.microsoft.com/office/drawing/2014/main" id="{9989B38A-8A7F-6815-B410-E7BE42A43F37}"/>
                </a:ext>
              </a:extLst>
            </p:cNvPr>
            <p:cNvSpPr/>
            <p:nvPr/>
          </p:nvSpPr>
          <p:spPr>
            <a:xfrm>
              <a:off x="1095870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#565B61</a:t>
              </a:r>
              <a:endParaRPr 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77" name="Shape 1">
              <a:extLst>
                <a:ext uri="{FF2B5EF4-FFF2-40B4-BE49-F238E27FC236}">
                  <a16:creationId xmlns:a16="http://schemas.microsoft.com/office/drawing/2014/main" id="{3D0D68A1-C10F-5D0D-D1B6-0F30DECFACC6}"/>
                </a:ext>
              </a:extLst>
            </p:cNvPr>
            <p:cNvSpPr/>
            <p:nvPr/>
          </p:nvSpPr>
          <p:spPr>
            <a:xfrm>
              <a:off x="4940883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1D8640"/>
            </a:solidFill>
            <a:ln w="6350">
              <a:solidFill>
                <a:schemeClr val="bg1"/>
              </a:solidFill>
            </a:ln>
          </p:spPr>
          <p:txBody>
            <a:bodyPr/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78" name="Text 2">
              <a:extLst>
                <a:ext uri="{FF2B5EF4-FFF2-40B4-BE49-F238E27FC236}">
                  <a16:creationId xmlns:a16="http://schemas.microsoft.com/office/drawing/2014/main" id="{1458BFC5-1896-B9E1-D3BF-F97720DC4A51}"/>
                </a:ext>
              </a:extLst>
            </p:cNvPr>
            <p:cNvSpPr/>
            <p:nvPr/>
          </p:nvSpPr>
          <p:spPr>
            <a:xfrm>
              <a:off x="4940883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#1D8640</a:t>
              </a:r>
            </a:p>
            <a:p>
              <a:pPr marL="0" indent="0" algn="ctr">
                <a:buNone/>
              </a:pPr>
              <a:endParaRPr lang="en-US" sz="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79" name="Shape 3">
              <a:extLst>
                <a:ext uri="{FF2B5EF4-FFF2-40B4-BE49-F238E27FC236}">
                  <a16:creationId xmlns:a16="http://schemas.microsoft.com/office/drawing/2014/main" id="{CCB39173-6D0E-321F-6809-15E50A51FABB}"/>
                </a:ext>
              </a:extLst>
            </p:cNvPr>
            <p:cNvSpPr/>
            <p:nvPr/>
          </p:nvSpPr>
          <p:spPr>
            <a:xfrm>
              <a:off x="6147891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A26B0D"/>
            </a:solidFill>
            <a:ln w="6350">
              <a:solidFill>
                <a:schemeClr val="bg1"/>
              </a:solidFill>
            </a:ln>
          </p:spPr>
          <p:txBody>
            <a:bodyPr/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80" name="Text 4">
              <a:extLst>
                <a:ext uri="{FF2B5EF4-FFF2-40B4-BE49-F238E27FC236}">
                  <a16:creationId xmlns:a16="http://schemas.microsoft.com/office/drawing/2014/main" id="{9FC2D75C-BD32-9E6C-0E0E-1EAD5289D332}"/>
                </a:ext>
              </a:extLst>
            </p:cNvPr>
            <p:cNvSpPr/>
            <p:nvPr/>
          </p:nvSpPr>
          <p:spPr>
            <a:xfrm>
              <a:off x="6147891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#A26B0D</a:t>
              </a:r>
            </a:p>
            <a:p>
              <a:pPr marL="0" indent="0" algn="ctr">
                <a:buNone/>
              </a:pPr>
              <a:endParaRPr lang="en-US" sz="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81" name="Shape 5">
              <a:extLst>
                <a:ext uri="{FF2B5EF4-FFF2-40B4-BE49-F238E27FC236}">
                  <a16:creationId xmlns:a16="http://schemas.microsoft.com/office/drawing/2014/main" id="{49C18466-16E1-FB81-D7DD-1A1C2DCB336C}"/>
                </a:ext>
              </a:extLst>
            </p:cNvPr>
            <p:cNvSpPr/>
            <p:nvPr/>
          </p:nvSpPr>
          <p:spPr>
            <a:xfrm>
              <a:off x="7354899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DB2424"/>
            </a:solidFill>
            <a:ln w="6350">
              <a:solidFill>
                <a:schemeClr val="bg1"/>
              </a:solidFill>
            </a:ln>
          </p:spPr>
          <p:txBody>
            <a:bodyPr/>
            <a:lstStyle/>
            <a:p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82" name="Text 6">
              <a:extLst>
                <a:ext uri="{FF2B5EF4-FFF2-40B4-BE49-F238E27FC236}">
                  <a16:creationId xmlns:a16="http://schemas.microsoft.com/office/drawing/2014/main" id="{9C9D0DF4-D69E-44E5-1100-86CB73AA7C81}"/>
                </a:ext>
              </a:extLst>
            </p:cNvPr>
            <p:cNvSpPr/>
            <p:nvPr/>
          </p:nvSpPr>
          <p:spPr>
            <a:xfrm>
              <a:off x="735489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#DB2424</a:t>
              </a:r>
            </a:p>
            <a:p>
              <a:pPr marL="0" indent="0" algn="ctr">
                <a:buNone/>
              </a:pPr>
              <a:endParaRPr lang="en-US" sz="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2DE50C7-CCB6-B429-1DD8-B27796B3D294}"/>
              </a:ext>
            </a:extLst>
          </p:cNvPr>
          <p:cNvGrpSpPr/>
          <p:nvPr/>
        </p:nvGrpSpPr>
        <p:grpSpPr>
          <a:xfrm>
            <a:off x="629598" y="1798595"/>
            <a:ext cx="4737296" cy="1066361"/>
            <a:chOff x="457200" y="1097280"/>
            <a:chExt cx="8417063" cy="3200400"/>
          </a:xfrm>
        </p:grpSpPr>
        <p:graphicFrame>
          <p:nvGraphicFramePr>
            <p:cNvPr id="90" name="Chart 0">
              <a:extLst>
                <a:ext uri="{FF2B5EF4-FFF2-40B4-BE49-F238E27FC236}">
                  <a16:creationId xmlns:a16="http://schemas.microsoft.com/office/drawing/2014/main" id="{87B14542-C546-CE31-556D-F68450881BF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26772568"/>
                </p:ext>
              </p:extLst>
            </p:nvPr>
          </p:nvGraphicFramePr>
          <p:xfrm>
            <a:off x="457200" y="1097280"/>
            <a:ext cx="5029200" cy="3200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91" name="Chart 1">
              <a:extLst>
                <a:ext uri="{FF2B5EF4-FFF2-40B4-BE49-F238E27FC236}">
                  <a16:creationId xmlns:a16="http://schemas.microsoft.com/office/drawing/2014/main" id="{F537A87B-63FB-CB1F-AE99-C89FD9E1C3F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60127321"/>
                </p:ext>
              </p:extLst>
            </p:nvPr>
          </p:nvGraphicFramePr>
          <p:xfrm>
            <a:off x="5673863" y="1097280"/>
            <a:ext cx="3200400" cy="32004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956E4C6-B0EF-8A76-08D1-ADB0DB960975}"/>
              </a:ext>
            </a:extLst>
          </p:cNvPr>
          <p:cNvGrpSpPr/>
          <p:nvPr/>
        </p:nvGrpSpPr>
        <p:grpSpPr>
          <a:xfrm>
            <a:off x="756621" y="2916130"/>
            <a:ext cx="4516419" cy="282191"/>
            <a:chOff x="4940883" y="5852160"/>
            <a:chExt cx="7115107" cy="1284692"/>
          </a:xfrm>
        </p:grpSpPr>
        <p:sp>
          <p:nvSpPr>
            <p:cNvPr id="93" name="Shape 1">
              <a:extLst>
                <a:ext uri="{FF2B5EF4-FFF2-40B4-BE49-F238E27FC236}">
                  <a16:creationId xmlns:a16="http://schemas.microsoft.com/office/drawing/2014/main" id="{AF7AABAA-9449-17AF-8DAF-72851B33D697}"/>
                </a:ext>
              </a:extLst>
            </p:cNvPr>
            <p:cNvSpPr/>
            <p:nvPr/>
          </p:nvSpPr>
          <p:spPr>
            <a:xfrm>
              <a:off x="8544694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6B7584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4" name="Text 2">
              <a:extLst>
                <a:ext uri="{FF2B5EF4-FFF2-40B4-BE49-F238E27FC236}">
                  <a16:creationId xmlns:a16="http://schemas.microsoft.com/office/drawing/2014/main" id="{17DF222D-AA30-E731-8FE7-482EB7CE0872}"/>
                </a:ext>
              </a:extLst>
            </p:cNvPr>
            <p:cNvSpPr/>
            <p:nvPr/>
          </p:nvSpPr>
          <p:spPr>
            <a:xfrm>
              <a:off x="8544694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#6B7584</a:t>
              </a:r>
              <a:endParaRPr lang="en-US" sz="700" dirty="0"/>
            </a:p>
          </p:txBody>
        </p:sp>
        <p:sp>
          <p:nvSpPr>
            <p:cNvPr id="95" name="Shape 3">
              <a:extLst>
                <a:ext uri="{FF2B5EF4-FFF2-40B4-BE49-F238E27FC236}">
                  <a16:creationId xmlns:a16="http://schemas.microsoft.com/office/drawing/2014/main" id="{10EAFB32-C7BC-979F-128E-477D21959307}"/>
                </a:ext>
              </a:extLst>
            </p:cNvPr>
            <p:cNvSpPr/>
            <p:nvPr/>
          </p:nvSpPr>
          <p:spPr>
            <a:xfrm>
              <a:off x="9751702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6D7680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6" name="Text 4">
              <a:extLst>
                <a:ext uri="{FF2B5EF4-FFF2-40B4-BE49-F238E27FC236}">
                  <a16:creationId xmlns:a16="http://schemas.microsoft.com/office/drawing/2014/main" id="{EFC0BB35-5DBF-7D65-75C9-9C451EA38F03}"/>
                </a:ext>
              </a:extLst>
            </p:cNvPr>
            <p:cNvSpPr/>
            <p:nvPr/>
          </p:nvSpPr>
          <p:spPr>
            <a:xfrm>
              <a:off x="9751702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#6D7680</a:t>
              </a:r>
              <a:endParaRPr lang="en-US" sz="700" dirty="0"/>
            </a:p>
          </p:txBody>
        </p:sp>
        <p:sp>
          <p:nvSpPr>
            <p:cNvPr id="97" name="Shape 5">
              <a:extLst>
                <a:ext uri="{FF2B5EF4-FFF2-40B4-BE49-F238E27FC236}">
                  <a16:creationId xmlns:a16="http://schemas.microsoft.com/office/drawing/2014/main" id="{D429F233-9CBF-3E0A-97A6-FE414ECE0D7E}"/>
                </a:ext>
              </a:extLst>
            </p:cNvPr>
            <p:cNvSpPr/>
            <p:nvPr/>
          </p:nvSpPr>
          <p:spPr>
            <a:xfrm>
              <a:off x="10958710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565B61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8" name="Text 6">
              <a:extLst>
                <a:ext uri="{FF2B5EF4-FFF2-40B4-BE49-F238E27FC236}">
                  <a16:creationId xmlns:a16="http://schemas.microsoft.com/office/drawing/2014/main" id="{0F474871-8230-A08C-9832-038F20A3CEB9}"/>
                </a:ext>
              </a:extLst>
            </p:cNvPr>
            <p:cNvSpPr/>
            <p:nvPr/>
          </p:nvSpPr>
          <p:spPr>
            <a:xfrm>
              <a:off x="1095870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#565B61</a:t>
              </a:r>
              <a:endParaRPr lang="en-US" sz="700" dirty="0"/>
            </a:p>
          </p:txBody>
        </p:sp>
        <p:sp>
          <p:nvSpPr>
            <p:cNvPr id="99" name="Shape 1">
              <a:extLst>
                <a:ext uri="{FF2B5EF4-FFF2-40B4-BE49-F238E27FC236}">
                  <a16:creationId xmlns:a16="http://schemas.microsoft.com/office/drawing/2014/main" id="{E25A2440-382B-3F62-F159-4EA7F4D67DE8}"/>
                </a:ext>
              </a:extLst>
            </p:cNvPr>
            <p:cNvSpPr/>
            <p:nvPr/>
          </p:nvSpPr>
          <p:spPr>
            <a:xfrm>
              <a:off x="4940883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1D8640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0" name="Text 2">
              <a:extLst>
                <a:ext uri="{FF2B5EF4-FFF2-40B4-BE49-F238E27FC236}">
                  <a16:creationId xmlns:a16="http://schemas.microsoft.com/office/drawing/2014/main" id="{04C4CF55-8D68-6417-BA52-9D18C5C14CD1}"/>
                </a:ext>
              </a:extLst>
            </p:cNvPr>
            <p:cNvSpPr/>
            <p:nvPr/>
          </p:nvSpPr>
          <p:spPr>
            <a:xfrm>
              <a:off x="4940883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#1D8640</a:t>
              </a:r>
            </a:p>
            <a:p>
              <a:pPr marL="0" indent="0" algn="ctr">
                <a:buNone/>
              </a:pPr>
              <a:endParaRPr lang="en-US" sz="7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01" name="Shape 3">
              <a:extLst>
                <a:ext uri="{FF2B5EF4-FFF2-40B4-BE49-F238E27FC236}">
                  <a16:creationId xmlns:a16="http://schemas.microsoft.com/office/drawing/2014/main" id="{5F486E53-C25E-8A3A-71A6-D97B3F5BD714}"/>
                </a:ext>
              </a:extLst>
            </p:cNvPr>
            <p:cNvSpPr/>
            <p:nvPr/>
          </p:nvSpPr>
          <p:spPr>
            <a:xfrm>
              <a:off x="6147891" y="5852160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A26B0D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2" name="Text 4">
              <a:extLst>
                <a:ext uri="{FF2B5EF4-FFF2-40B4-BE49-F238E27FC236}">
                  <a16:creationId xmlns:a16="http://schemas.microsoft.com/office/drawing/2014/main" id="{12AE7C56-FD67-A249-0446-D39EA62A7734}"/>
                </a:ext>
              </a:extLst>
            </p:cNvPr>
            <p:cNvSpPr/>
            <p:nvPr/>
          </p:nvSpPr>
          <p:spPr>
            <a:xfrm>
              <a:off x="6147891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#A26B0D</a:t>
              </a:r>
            </a:p>
            <a:p>
              <a:pPr marL="0" indent="0" algn="ctr">
                <a:buNone/>
              </a:pPr>
              <a:endParaRPr lang="en-US" sz="7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  <p:sp>
          <p:nvSpPr>
            <p:cNvPr id="103" name="Shape 5">
              <a:extLst>
                <a:ext uri="{FF2B5EF4-FFF2-40B4-BE49-F238E27FC236}">
                  <a16:creationId xmlns:a16="http://schemas.microsoft.com/office/drawing/2014/main" id="{F603B776-2F8E-DA21-82FB-138997C8D12E}"/>
                </a:ext>
              </a:extLst>
            </p:cNvPr>
            <p:cNvSpPr/>
            <p:nvPr/>
          </p:nvSpPr>
          <p:spPr>
            <a:xfrm>
              <a:off x="7354899" y="5861304"/>
              <a:ext cx="1097280" cy="731520"/>
            </a:xfrm>
            <a:prstGeom prst="roundRect">
              <a:avLst>
                <a:gd name="adj" fmla="val 10000"/>
              </a:avLst>
            </a:prstGeom>
            <a:solidFill>
              <a:srgbClr val="DB2424"/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4" name="Text 6">
              <a:extLst>
                <a:ext uri="{FF2B5EF4-FFF2-40B4-BE49-F238E27FC236}">
                  <a16:creationId xmlns:a16="http://schemas.microsoft.com/office/drawing/2014/main" id="{51E3D018-A14A-00E2-F6C5-0ACC11DED015}"/>
                </a:ext>
              </a:extLst>
            </p:cNvPr>
            <p:cNvSpPr/>
            <p:nvPr/>
          </p:nvSpPr>
          <p:spPr>
            <a:xfrm>
              <a:off x="7354899" y="6601969"/>
              <a:ext cx="1097281" cy="534883"/>
            </a:xfrm>
            <a:prstGeom prst="rect">
              <a:avLst/>
            </a:prstGeom>
            <a:noFill/>
            <a:ln/>
          </p:spPr>
          <p:txBody>
            <a:bodyPr wrap="square" tIns="91440" rtlCol="0" anchor="t"/>
            <a:lstStyle/>
            <a:p>
              <a:pPr marL="0" indent="0" algn="ctr">
                <a:buNone/>
              </a:pPr>
              <a:r>
                <a: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#DB2424</a:t>
              </a:r>
            </a:p>
            <a:p>
              <a:pPr marL="0" indent="0" algn="ctr">
                <a:buNone/>
              </a:pPr>
              <a:endParaRPr lang="en-US" sz="700" dirty="0">
                <a:latin typeface="Courier New" pitchFamily="34" charset="0"/>
                <a:ea typeface="Courier New" pitchFamily="34" charset="-122"/>
                <a:cs typeface="Courier New" pitchFamily="34" charset="-120"/>
              </a:endParaRPr>
            </a:p>
          </p:txBody>
        </p:sp>
      </p:grpSp>
      <p:sp>
        <p:nvSpPr>
          <p:cNvPr id="136" name="Text 0">
            <a:extLst>
              <a:ext uri="{FF2B5EF4-FFF2-40B4-BE49-F238E27FC236}">
                <a16:creationId xmlns:a16="http://schemas.microsoft.com/office/drawing/2014/main" id="{8E08E652-5F67-0FC3-4F62-7B31E0744977}"/>
              </a:ext>
            </a:extLst>
          </p:cNvPr>
          <p:cNvSpPr/>
          <p:nvPr/>
        </p:nvSpPr>
        <p:spPr>
          <a:xfrm>
            <a:off x="6433622" y="761969"/>
            <a:ext cx="4001707" cy="291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· Spectrum · L</a:t>
            </a:r>
            <a:endParaRPr lang="en-US" sz="1100" dirty="0"/>
          </a:p>
        </p:txBody>
      </p:sp>
      <p:sp>
        <p:nvSpPr>
          <p:cNvPr id="137" name="Shape 1">
            <a:extLst>
              <a:ext uri="{FF2B5EF4-FFF2-40B4-BE49-F238E27FC236}">
                <a16:creationId xmlns:a16="http://schemas.microsoft.com/office/drawing/2014/main" id="{E849E7D7-846F-FAA2-8077-D3093022FFED}"/>
              </a:ext>
            </a:extLst>
          </p:cNvPr>
          <p:cNvSpPr/>
          <p:nvPr/>
        </p:nvSpPr>
        <p:spPr>
          <a:xfrm>
            <a:off x="6433622" y="1053341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CF480B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38" name="Text 2">
            <a:extLst>
              <a:ext uri="{FF2B5EF4-FFF2-40B4-BE49-F238E27FC236}">
                <a16:creationId xmlns:a16="http://schemas.microsoft.com/office/drawing/2014/main" id="{870BD08D-3664-9E8F-4A89-18ED5E04341D}"/>
              </a:ext>
            </a:extLst>
          </p:cNvPr>
          <p:cNvSpPr/>
          <p:nvPr/>
        </p:nvSpPr>
        <p:spPr>
          <a:xfrm>
            <a:off x="6433622" y="1531192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#CF480B</a:t>
            </a:r>
            <a:endParaRPr lang="en-US" sz="600" dirty="0"/>
          </a:p>
        </p:txBody>
      </p:sp>
      <p:sp>
        <p:nvSpPr>
          <p:cNvPr id="139" name="Shape 3">
            <a:extLst>
              <a:ext uri="{FF2B5EF4-FFF2-40B4-BE49-F238E27FC236}">
                <a16:creationId xmlns:a16="http://schemas.microsoft.com/office/drawing/2014/main" id="{1996E0EF-D54A-13DA-A1BC-E93E80F49C10}"/>
              </a:ext>
            </a:extLst>
          </p:cNvPr>
          <p:cNvSpPr/>
          <p:nvPr/>
        </p:nvSpPr>
        <p:spPr>
          <a:xfrm>
            <a:off x="7020539" y="1053341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897614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40" name="Text 4">
            <a:extLst>
              <a:ext uri="{FF2B5EF4-FFF2-40B4-BE49-F238E27FC236}">
                <a16:creationId xmlns:a16="http://schemas.microsoft.com/office/drawing/2014/main" id="{59211EEE-57B8-D3A7-E52B-99C919E50EBA}"/>
              </a:ext>
            </a:extLst>
          </p:cNvPr>
          <p:cNvSpPr/>
          <p:nvPr/>
        </p:nvSpPr>
        <p:spPr>
          <a:xfrm>
            <a:off x="7020539" y="1531192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#897614</a:t>
            </a:r>
            <a:endParaRPr lang="en-US" sz="600" dirty="0"/>
          </a:p>
        </p:txBody>
      </p:sp>
      <p:sp>
        <p:nvSpPr>
          <p:cNvPr id="141" name="Shape 5">
            <a:extLst>
              <a:ext uri="{FF2B5EF4-FFF2-40B4-BE49-F238E27FC236}">
                <a16:creationId xmlns:a16="http://schemas.microsoft.com/office/drawing/2014/main" id="{6C1F67DF-713E-EF34-DC4A-58F3A095C8DF}"/>
              </a:ext>
            </a:extLst>
          </p:cNvPr>
          <p:cNvSpPr/>
          <p:nvPr/>
        </p:nvSpPr>
        <p:spPr>
          <a:xfrm>
            <a:off x="7607456" y="1053341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0F8835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42" name="Text 6">
            <a:extLst>
              <a:ext uri="{FF2B5EF4-FFF2-40B4-BE49-F238E27FC236}">
                <a16:creationId xmlns:a16="http://schemas.microsoft.com/office/drawing/2014/main" id="{B5B2F7D9-1AE0-B192-A1E4-F671B7184037}"/>
              </a:ext>
            </a:extLst>
          </p:cNvPr>
          <p:cNvSpPr/>
          <p:nvPr/>
        </p:nvSpPr>
        <p:spPr>
          <a:xfrm>
            <a:off x="7607456" y="1531192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#0F8835</a:t>
            </a:r>
            <a:endParaRPr lang="en-US" sz="600" dirty="0"/>
          </a:p>
        </p:txBody>
      </p:sp>
      <p:sp>
        <p:nvSpPr>
          <p:cNvPr id="143" name="Shape 7">
            <a:extLst>
              <a:ext uri="{FF2B5EF4-FFF2-40B4-BE49-F238E27FC236}">
                <a16:creationId xmlns:a16="http://schemas.microsoft.com/office/drawing/2014/main" id="{B2D2F86A-7E4E-10B5-D909-B5D71D1A0DA4}"/>
              </a:ext>
            </a:extLst>
          </p:cNvPr>
          <p:cNvSpPr/>
          <p:nvPr/>
        </p:nvSpPr>
        <p:spPr>
          <a:xfrm>
            <a:off x="8194373" y="1053341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078465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44" name="Text 8">
            <a:extLst>
              <a:ext uri="{FF2B5EF4-FFF2-40B4-BE49-F238E27FC236}">
                <a16:creationId xmlns:a16="http://schemas.microsoft.com/office/drawing/2014/main" id="{8305238A-C539-006A-5AFF-147DC8BF7C14}"/>
              </a:ext>
            </a:extLst>
          </p:cNvPr>
          <p:cNvSpPr/>
          <p:nvPr/>
        </p:nvSpPr>
        <p:spPr>
          <a:xfrm>
            <a:off x="8194373" y="1531192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#078465</a:t>
            </a:r>
            <a:endParaRPr lang="en-US" sz="600" dirty="0"/>
          </a:p>
        </p:txBody>
      </p:sp>
      <p:sp>
        <p:nvSpPr>
          <p:cNvPr id="145" name="Shape 9">
            <a:extLst>
              <a:ext uri="{FF2B5EF4-FFF2-40B4-BE49-F238E27FC236}">
                <a16:creationId xmlns:a16="http://schemas.microsoft.com/office/drawing/2014/main" id="{52F3075C-23D1-35B1-BD4A-2696985BB0CB}"/>
              </a:ext>
            </a:extLst>
          </p:cNvPr>
          <p:cNvSpPr/>
          <p:nvPr/>
        </p:nvSpPr>
        <p:spPr>
          <a:xfrm>
            <a:off x="8781290" y="1053341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3974C6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46" name="Text 10">
            <a:extLst>
              <a:ext uri="{FF2B5EF4-FFF2-40B4-BE49-F238E27FC236}">
                <a16:creationId xmlns:a16="http://schemas.microsoft.com/office/drawing/2014/main" id="{56C12E29-9DF2-DAB4-10E9-671C473CA074}"/>
              </a:ext>
            </a:extLst>
          </p:cNvPr>
          <p:cNvSpPr/>
          <p:nvPr/>
        </p:nvSpPr>
        <p:spPr>
          <a:xfrm>
            <a:off x="8781290" y="1531192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#3974C6</a:t>
            </a:r>
            <a:endParaRPr lang="en-US" sz="600" dirty="0"/>
          </a:p>
        </p:txBody>
      </p:sp>
      <p:sp>
        <p:nvSpPr>
          <p:cNvPr id="147" name="Shape 11">
            <a:extLst>
              <a:ext uri="{FF2B5EF4-FFF2-40B4-BE49-F238E27FC236}">
                <a16:creationId xmlns:a16="http://schemas.microsoft.com/office/drawing/2014/main" id="{B0EC979E-41B5-9019-F9FE-1BF6AC7F7C5A}"/>
              </a:ext>
            </a:extLst>
          </p:cNvPr>
          <p:cNvSpPr/>
          <p:nvPr/>
        </p:nvSpPr>
        <p:spPr>
          <a:xfrm>
            <a:off x="9368207" y="1053341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0D0DF2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48" name="Text 12">
            <a:extLst>
              <a:ext uri="{FF2B5EF4-FFF2-40B4-BE49-F238E27FC236}">
                <a16:creationId xmlns:a16="http://schemas.microsoft.com/office/drawing/2014/main" id="{25889EF9-E40F-05CF-6059-6CEC3F174CA5}"/>
              </a:ext>
            </a:extLst>
          </p:cNvPr>
          <p:cNvSpPr/>
          <p:nvPr/>
        </p:nvSpPr>
        <p:spPr>
          <a:xfrm>
            <a:off x="9368207" y="1531192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#0D0DF2</a:t>
            </a:r>
            <a:endParaRPr lang="en-US" sz="600" dirty="0"/>
          </a:p>
        </p:txBody>
      </p:sp>
      <p:sp>
        <p:nvSpPr>
          <p:cNvPr id="149" name="Shape 13">
            <a:extLst>
              <a:ext uri="{FF2B5EF4-FFF2-40B4-BE49-F238E27FC236}">
                <a16:creationId xmlns:a16="http://schemas.microsoft.com/office/drawing/2014/main" id="{6273DBC7-476D-86E3-2169-3680A69F2376}"/>
              </a:ext>
            </a:extLst>
          </p:cNvPr>
          <p:cNvSpPr/>
          <p:nvPr/>
        </p:nvSpPr>
        <p:spPr>
          <a:xfrm>
            <a:off x="9955124" y="1053341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AB49D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50" name="Text 14">
            <a:extLst>
              <a:ext uri="{FF2B5EF4-FFF2-40B4-BE49-F238E27FC236}">
                <a16:creationId xmlns:a16="http://schemas.microsoft.com/office/drawing/2014/main" id="{3E1D67F8-080F-E7DB-EC94-011F24575AC3}"/>
              </a:ext>
            </a:extLst>
          </p:cNvPr>
          <p:cNvSpPr/>
          <p:nvPr/>
        </p:nvSpPr>
        <p:spPr>
          <a:xfrm>
            <a:off x="9955124" y="1531192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#AB49D1</a:t>
            </a:r>
            <a:endParaRPr lang="en-US" sz="600" dirty="0"/>
          </a:p>
        </p:txBody>
      </p:sp>
      <p:sp>
        <p:nvSpPr>
          <p:cNvPr id="151" name="Shape 15">
            <a:extLst>
              <a:ext uri="{FF2B5EF4-FFF2-40B4-BE49-F238E27FC236}">
                <a16:creationId xmlns:a16="http://schemas.microsoft.com/office/drawing/2014/main" id="{068340D0-17DC-1AC1-1BD0-3B1688F85CA5}"/>
              </a:ext>
            </a:extLst>
          </p:cNvPr>
          <p:cNvSpPr/>
          <p:nvPr/>
        </p:nvSpPr>
        <p:spPr>
          <a:xfrm>
            <a:off x="10542041" y="1053341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DB0C99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52" name="Text 16">
            <a:extLst>
              <a:ext uri="{FF2B5EF4-FFF2-40B4-BE49-F238E27FC236}">
                <a16:creationId xmlns:a16="http://schemas.microsoft.com/office/drawing/2014/main" id="{98E60AF8-DE59-37A0-7D2E-79B9F9206531}"/>
              </a:ext>
            </a:extLst>
          </p:cNvPr>
          <p:cNvSpPr/>
          <p:nvPr/>
        </p:nvSpPr>
        <p:spPr>
          <a:xfrm>
            <a:off x="10542041" y="1531192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#DB0C99</a:t>
            </a:r>
            <a:endParaRPr lang="en-US" sz="600" dirty="0"/>
          </a:p>
        </p:txBody>
      </p:sp>
      <p:sp>
        <p:nvSpPr>
          <p:cNvPr id="153" name="Shape 17">
            <a:extLst>
              <a:ext uri="{FF2B5EF4-FFF2-40B4-BE49-F238E27FC236}">
                <a16:creationId xmlns:a16="http://schemas.microsoft.com/office/drawing/2014/main" id="{31E5800A-23D2-42FE-FB77-C850153D9D26}"/>
              </a:ext>
            </a:extLst>
          </p:cNvPr>
          <p:cNvSpPr/>
          <p:nvPr/>
        </p:nvSpPr>
        <p:spPr>
          <a:xfrm>
            <a:off x="11128958" y="1053341"/>
            <a:ext cx="533561" cy="466196"/>
          </a:xfrm>
          <a:prstGeom prst="roundRect">
            <a:avLst>
              <a:gd name="adj" fmla="val 10000"/>
            </a:avLst>
          </a:prstGeom>
          <a:solidFill>
            <a:srgbClr val="D9264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54" name="Text 18">
            <a:extLst>
              <a:ext uri="{FF2B5EF4-FFF2-40B4-BE49-F238E27FC236}">
                <a16:creationId xmlns:a16="http://schemas.microsoft.com/office/drawing/2014/main" id="{96278E4E-F5C2-E659-25A8-262E9099F0AD}"/>
              </a:ext>
            </a:extLst>
          </p:cNvPr>
          <p:cNvSpPr/>
          <p:nvPr/>
        </p:nvSpPr>
        <p:spPr>
          <a:xfrm>
            <a:off x="11128958" y="1531192"/>
            <a:ext cx="533561" cy="145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#D92641</a:t>
            </a:r>
            <a:endParaRPr lang="en-US" sz="600" dirty="0"/>
          </a:p>
        </p:txBody>
      </p:sp>
      <p:sp>
        <p:nvSpPr>
          <p:cNvPr id="156" name="Text 0">
            <a:extLst>
              <a:ext uri="{FF2B5EF4-FFF2-40B4-BE49-F238E27FC236}">
                <a16:creationId xmlns:a16="http://schemas.microsoft.com/office/drawing/2014/main" id="{59B7CB7F-7F7B-BCEF-F57A-168A5A5F28D4}"/>
              </a:ext>
            </a:extLst>
          </p:cNvPr>
          <p:cNvSpPr/>
          <p:nvPr/>
        </p:nvSpPr>
        <p:spPr>
          <a:xfrm>
            <a:off x="455623" y="3780119"/>
            <a:ext cx="4001707" cy="288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· Categorical · D</a:t>
            </a:r>
            <a:endParaRPr lang="en-US" sz="1100" dirty="0"/>
          </a:p>
        </p:txBody>
      </p:sp>
      <p:sp>
        <p:nvSpPr>
          <p:cNvPr id="158" name="Shape 1">
            <a:extLst>
              <a:ext uri="{FF2B5EF4-FFF2-40B4-BE49-F238E27FC236}">
                <a16:creationId xmlns:a16="http://schemas.microsoft.com/office/drawing/2014/main" id="{B96435B2-FCA7-3CD5-B629-7DB5A8F03AD4}"/>
              </a:ext>
            </a:extLst>
          </p:cNvPr>
          <p:cNvSpPr/>
          <p:nvPr/>
        </p:nvSpPr>
        <p:spPr>
          <a:xfrm>
            <a:off x="455623" y="4064605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7070F7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59" name="Text 2">
            <a:extLst>
              <a:ext uri="{FF2B5EF4-FFF2-40B4-BE49-F238E27FC236}">
                <a16:creationId xmlns:a16="http://schemas.microsoft.com/office/drawing/2014/main" id="{4567B4C0-C404-5845-F932-5B8F20A78690}"/>
              </a:ext>
            </a:extLst>
          </p:cNvPr>
          <p:cNvSpPr/>
          <p:nvPr/>
        </p:nvSpPr>
        <p:spPr>
          <a:xfrm>
            <a:off x="455623" y="4538192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#7070F7</a:t>
            </a:r>
            <a:endParaRPr lang="en-US" sz="600" dirty="0"/>
          </a:p>
        </p:txBody>
      </p:sp>
      <p:sp>
        <p:nvSpPr>
          <p:cNvPr id="160" name="Shape 3">
            <a:extLst>
              <a:ext uri="{FF2B5EF4-FFF2-40B4-BE49-F238E27FC236}">
                <a16:creationId xmlns:a16="http://schemas.microsoft.com/office/drawing/2014/main" id="{CEC1CD25-8C05-4462-9992-A0CE3CA5E7D4}"/>
              </a:ext>
            </a:extLst>
          </p:cNvPr>
          <p:cNvSpPr/>
          <p:nvPr/>
        </p:nvSpPr>
        <p:spPr>
          <a:xfrm>
            <a:off x="1042540" y="4064605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0DF2BA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61" name="Text 4">
            <a:extLst>
              <a:ext uri="{FF2B5EF4-FFF2-40B4-BE49-F238E27FC236}">
                <a16:creationId xmlns:a16="http://schemas.microsoft.com/office/drawing/2014/main" id="{9FC0D60C-BB18-84DE-329F-D79B4E8E945E}"/>
              </a:ext>
            </a:extLst>
          </p:cNvPr>
          <p:cNvSpPr/>
          <p:nvPr/>
        </p:nvSpPr>
        <p:spPr>
          <a:xfrm>
            <a:off x="1042540" y="4538192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#0DF2BA</a:t>
            </a:r>
            <a:endParaRPr lang="en-US" sz="600" dirty="0"/>
          </a:p>
        </p:txBody>
      </p:sp>
      <p:sp>
        <p:nvSpPr>
          <p:cNvPr id="162" name="Shape 5">
            <a:extLst>
              <a:ext uri="{FF2B5EF4-FFF2-40B4-BE49-F238E27FC236}">
                <a16:creationId xmlns:a16="http://schemas.microsoft.com/office/drawing/2014/main" id="{1151C532-9C38-E9BE-C095-F194AF69D928}"/>
              </a:ext>
            </a:extLst>
          </p:cNvPr>
          <p:cNvSpPr/>
          <p:nvPr/>
        </p:nvSpPr>
        <p:spPr>
          <a:xfrm>
            <a:off x="1629457" y="4064605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F2540D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63" name="Text 6">
            <a:extLst>
              <a:ext uri="{FF2B5EF4-FFF2-40B4-BE49-F238E27FC236}">
                <a16:creationId xmlns:a16="http://schemas.microsoft.com/office/drawing/2014/main" id="{E2E33885-9E90-F02F-1480-A5227AEE1169}"/>
              </a:ext>
            </a:extLst>
          </p:cNvPr>
          <p:cNvSpPr/>
          <p:nvPr/>
        </p:nvSpPr>
        <p:spPr>
          <a:xfrm>
            <a:off x="1629457" y="4538192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#F2540D</a:t>
            </a:r>
            <a:endParaRPr lang="en-US" sz="600" dirty="0"/>
          </a:p>
        </p:txBody>
      </p:sp>
      <p:sp>
        <p:nvSpPr>
          <p:cNvPr id="164" name="Shape 7">
            <a:extLst>
              <a:ext uri="{FF2B5EF4-FFF2-40B4-BE49-F238E27FC236}">
                <a16:creationId xmlns:a16="http://schemas.microsoft.com/office/drawing/2014/main" id="{ABA504D3-2AE8-50B8-2498-95356C12F020}"/>
              </a:ext>
            </a:extLst>
          </p:cNvPr>
          <p:cNvSpPr/>
          <p:nvPr/>
        </p:nvSpPr>
        <p:spPr>
          <a:xfrm>
            <a:off x="2216374" y="4064605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E05065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65" name="Text 8">
            <a:extLst>
              <a:ext uri="{FF2B5EF4-FFF2-40B4-BE49-F238E27FC236}">
                <a16:creationId xmlns:a16="http://schemas.microsoft.com/office/drawing/2014/main" id="{DE221C8B-19EB-55E4-7922-20A93843CD9D}"/>
              </a:ext>
            </a:extLst>
          </p:cNvPr>
          <p:cNvSpPr/>
          <p:nvPr/>
        </p:nvSpPr>
        <p:spPr>
          <a:xfrm>
            <a:off x="2216374" y="4538192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#E05065</a:t>
            </a:r>
            <a:endParaRPr lang="en-US" sz="600" dirty="0"/>
          </a:p>
        </p:txBody>
      </p:sp>
      <p:sp>
        <p:nvSpPr>
          <p:cNvPr id="166" name="Shape 9">
            <a:extLst>
              <a:ext uri="{FF2B5EF4-FFF2-40B4-BE49-F238E27FC236}">
                <a16:creationId xmlns:a16="http://schemas.microsoft.com/office/drawing/2014/main" id="{4CABC92B-06D0-0104-2CB3-9F77E38C46F8}"/>
              </a:ext>
            </a:extLst>
          </p:cNvPr>
          <p:cNvSpPr/>
          <p:nvPr/>
        </p:nvSpPr>
        <p:spPr>
          <a:xfrm>
            <a:off x="2803291" y="4064605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BD70DB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67" name="Text 10">
            <a:extLst>
              <a:ext uri="{FF2B5EF4-FFF2-40B4-BE49-F238E27FC236}">
                <a16:creationId xmlns:a16="http://schemas.microsoft.com/office/drawing/2014/main" id="{B27DE3FE-CA47-E600-2436-07C79A019162}"/>
              </a:ext>
            </a:extLst>
          </p:cNvPr>
          <p:cNvSpPr/>
          <p:nvPr/>
        </p:nvSpPr>
        <p:spPr>
          <a:xfrm>
            <a:off x="2803291" y="4538192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#BD70DB</a:t>
            </a:r>
            <a:endParaRPr lang="en-US" sz="600" dirty="0"/>
          </a:p>
        </p:txBody>
      </p:sp>
      <p:sp>
        <p:nvSpPr>
          <p:cNvPr id="168" name="Shape 11">
            <a:extLst>
              <a:ext uri="{FF2B5EF4-FFF2-40B4-BE49-F238E27FC236}">
                <a16:creationId xmlns:a16="http://schemas.microsoft.com/office/drawing/2014/main" id="{644E39ED-EF42-D146-703C-9499CE48BAC1}"/>
              </a:ext>
            </a:extLst>
          </p:cNvPr>
          <p:cNvSpPr/>
          <p:nvPr/>
        </p:nvSpPr>
        <p:spPr>
          <a:xfrm>
            <a:off x="3390208" y="4064605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19E65A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69" name="Text 12">
            <a:extLst>
              <a:ext uri="{FF2B5EF4-FFF2-40B4-BE49-F238E27FC236}">
                <a16:creationId xmlns:a16="http://schemas.microsoft.com/office/drawing/2014/main" id="{96AFC9ED-ED78-871A-6478-1855D201E521}"/>
              </a:ext>
            </a:extLst>
          </p:cNvPr>
          <p:cNvSpPr/>
          <p:nvPr/>
        </p:nvSpPr>
        <p:spPr>
          <a:xfrm>
            <a:off x="3390208" y="4538192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#19E65A</a:t>
            </a:r>
            <a:endParaRPr lang="en-US" sz="600" dirty="0"/>
          </a:p>
        </p:txBody>
      </p:sp>
      <p:sp>
        <p:nvSpPr>
          <p:cNvPr id="170" name="Shape 13">
            <a:extLst>
              <a:ext uri="{FF2B5EF4-FFF2-40B4-BE49-F238E27FC236}">
                <a16:creationId xmlns:a16="http://schemas.microsoft.com/office/drawing/2014/main" id="{38A7D6CC-8AB6-27A0-2397-F23A72F840F6}"/>
              </a:ext>
            </a:extLst>
          </p:cNvPr>
          <p:cNvSpPr/>
          <p:nvPr/>
        </p:nvSpPr>
        <p:spPr>
          <a:xfrm>
            <a:off x="3977125" y="4064605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DFBF20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71" name="Text 14">
            <a:extLst>
              <a:ext uri="{FF2B5EF4-FFF2-40B4-BE49-F238E27FC236}">
                <a16:creationId xmlns:a16="http://schemas.microsoft.com/office/drawing/2014/main" id="{C6BA3805-46BE-F31E-2A19-78116A62E098}"/>
              </a:ext>
            </a:extLst>
          </p:cNvPr>
          <p:cNvSpPr/>
          <p:nvPr/>
        </p:nvSpPr>
        <p:spPr>
          <a:xfrm>
            <a:off x="3977125" y="4538192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#DFBF20</a:t>
            </a:r>
            <a:endParaRPr lang="en-US" sz="600" dirty="0"/>
          </a:p>
        </p:txBody>
      </p:sp>
      <p:sp>
        <p:nvSpPr>
          <p:cNvPr id="172" name="Shape 15">
            <a:extLst>
              <a:ext uri="{FF2B5EF4-FFF2-40B4-BE49-F238E27FC236}">
                <a16:creationId xmlns:a16="http://schemas.microsoft.com/office/drawing/2014/main" id="{DAA663C1-98FD-D2F9-6D11-A53D70AC1413}"/>
              </a:ext>
            </a:extLst>
          </p:cNvPr>
          <p:cNvSpPr/>
          <p:nvPr/>
        </p:nvSpPr>
        <p:spPr>
          <a:xfrm>
            <a:off x="4564042" y="4064605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F20DA9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73" name="Text 16">
            <a:extLst>
              <a:ext uri="{FF2B5EF4-FFF2-40B4-BE49-F238E27FC236}">
                <a16:creationId xmlns:a16="http://schemas.microsoft.com/office/drawing/2014/main" id="{FB6F3957-2559-93E4-7337-903D3BB344A1}"/>
              </a:ext>
            </a:extLst>
          </p:cNvPr>
          <p:cNvSpPr/>
          <p:nvPr/>
        </p:nvSpPr>
        <p:spPr>
          <a:xfrm>
            <a:off x="4564042" y="4538192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#F20DA9</a:t>
            </a:r>
            <a:endParaRPr lang="en-US" sz="600" dirty="0"/>
          </a:p>
        </p:txBody>
      </p:sp>
      <p:sp>
        <p:nvSpPr>
          <p:cNvPr id="174" name="Shape 17">
            <a:extLst>
              <a:ext uri="{FF2B5EF4-FFF2-40B4-BE49-F238E27FC236}">
                <a16:creationId xmlns:a16="http://schemas.microsoft.com/office/drawing/2014/main" id="{BCDD5CD0-E83D-7D13-EFC0-6AF7801B5C55}"/>
              </a:ext>
            </a:extLst>
          </p:cNvPr>
          <p:cNvSpPr/>
          <p:nvPr/>
        </p:nvSpPr>
        <p:spPr>
          <a:xfrm>
            <a:off x="5150959" y="4064605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5185CD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175" name="Text 18">
            <a:extLst>
              <a:ext uri="{FF2B5EF4-FFF2-40B4-BE49-F238E27FC236}">
                <a16:creationId xmlns:a16="http://schemas.microsoft.com/office/drawing/2014/main" id="{8EE0A8FF-ADFB-EE6D-4793-C690206527A5}"/>
              </a:ext>
            </a:extLst>
          </p:cNvPr>
          <p:cNvSpPr/>
          <p:nvPr/>
        </p:nvSpPr>
        <p:spPr>
          <a:xfrm>
            <a:off x="5150959" y="4538192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#5185CD</a:t>
            </a:r>
            <a:endParaRPr lang="en-US" sz="600" dirty="0"/>
          </a:p>
        </p:txBody>
      </p:sp>
      <p:sp>
        <p:nvSpPr>
          <p:cNvPr id="196" name="Text 0">
            <a:extLst>
              <a:ext uri="{FF2B5EF4-FFF2-40B4-BE49-F238E27FC236}">
                <a16:creationId xmlns:a16="http://schemas.microsoft.com/office/drawing/2014/main" id="{3A23AAB5-1F9A-A1DC-5451-8B09DADA3925}"/>
              </a:ext>
            </a:extLst>
          </p:cNvPr>
          <p:cNvSpPr/>
          <p:nvPr/>
        </p:nvSpPr>
        <p:spPr>
          <a:xfrm>
            <a:off x="6433622" y="3780119"/>
            <a:ext cx="4001707" cy="288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· Spectrum · D</a:t>
            </a:r>
            <a:endParaRPr lang="en-US" sz="1100" dirty="0"/>
          </a:p>
        </p:txBody>
      </p:sp>
      <p:sp>
        <p:nvSpPr>
          <p:cNvPr id="215" name="Shape 1">
            <a:extLst>
              <a:ext uri="{FF2B5EF4-FFF2-40B4-BE49-F238E27FC236}">
                <a16:creationId xmlns:a16="http://schemas.microsoft.com/office/drawing/2014/main" id="{CB62060D-F5D1-09B9-0736-528627F3D791}"/>
              </a:ext>
            </a:extLst>
          </p:cNvPr>
          <p:cNvSpPr/>
          <p:nvPr/>
        </p:nvSpPr>
        <p:spPr>
          <a:xfrm>
            <a:off x="6433622" y="4067366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F2540D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16" name="Text 2">
            <a:extLst>
              <a:ext uri="{FF2B5EF4-FFF2-40B4-BE49-F238E27FC236}">
                <a16:creationId xmlns:a16="http://schemas.microsoft.com/office/drawing/2014/main" id="{62A47F7C-82EC-4E96-A6B9-1A968E67B006}"/>
              </a:ext>
            </a:extLst>
          </p:cNvPr>
          <p:cNvSpPr/>
          <p:nvPr/>
        </p:nvSpPr>
        <p:spPr>
          <a:xfrm>
            <a:off x="6433622" y="4540953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#F2540D</a:t>
            </a:r>
            <a:endParaRPr lang="en-US" sz="600" dirty="0"/>
          </a:p>
        </p:txBody>
      </p:sp>
      <p:sp>
        <p:nvSpPr>
          <p:cNvPr id="217" name="Shape 3">
            <a:extLst>
              <a:ext uri="{FF2B5EF4-FFF2-40B4-BE49-F238E27FC236}">
                <a16:creationId xmlns:a16="http://schemas.microsoft.com/office/drawing/2014/main" id="{58631065-B6C5-D4E7-76C2-AA5BD855A8BC}"/>
              </a:ext>
            </a:extLst>
          </p:cNvPr>
          <p:cNvSpPr/>
          <p:nvPr/>
        </p:nvSpPr>
        <p:spPr>
          <a:xfrm>
            <a:off x="7020539" y="4067366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DFBF20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18" name="Text 4">
            <a:extLst>
              <a:ext uri="{FF2B5EF4-FFF2-40B4-BE49-F238E27FC236}">
                <a16:creationId xmlns:a16="http://schemas.microsoft.com/office/drawing/2014/main" id="{4A2E68CB-4E21-5D62-2F7F-A95C4EB6D194}"/>
              </a:ext>
            </a:extLst>
          </p:cNvPr>
          <p:cNvSpPr/>
          <p:nvPr/>
        </p:nvSpPr>
        <p:spPr>
          <a:xfrm>
            <a:off x="7020539" y="4540953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#DFBF20</a:t>
            </a:r>
            <a:endParaRPr lang="en-US" sz="600" dirty="0"/>
          </a:p>
        </p:txBody>
      </p:sp>
      <p:sp>
        <p:nvSpPr>
          <p:cNvPr id="219" name="Shape 5">
            <a:extLst>
              <a:ext uri="{FF2B5EF4-FFF2-40B4-BE49-F238E27FC236}">
                <a16:creationId xmlns:a16="http://schemas.microsoft.com/office/drawing/2014/main" id="{24272733-0030-2E46-D350-4B3BA85081E6}"/>
              </a:ext>
            </a:extLst>
          </p:cNvPr>
          <p:cNvSpPr/>
          <p:nvPr/>
        </p:nvSpPr>
        <p:spPr>
          <a:xfrm>
            <a:off x="7607456" y="4067366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19E65A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20" name="Text 6">
            <a:extLst>
              <a:ext uri="{FF2B5EF4-FFF2-40B4-BE49-F238E27FC236}">
                <a16:creationId xmlns:a16="http://schemas.microsoft.com/office/drawing/2014/main" id="{0F8A1CE3-C5C0-4860-2DD3-24FC3D68EA83}"/>
              </a:ext>
            </a:extLst>
          </p:cNvPr>
          <p:cNvSpPr/>
          <p:nvPr/>
        </p:nvSpPr>
        <p:spPr>
          <a:xfrm>
            <a:off x="7607456" y="4540953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#19E65A</a:t>
            </a:r>
            <a:endParaRPr lang="en-US" sz="600" dirty="0"/>
          </a:p>
        </p:txBody>
      </p:sp>
      <p:sp>
        <p:nvSpPr>
          <p:cNvPr id="221" name="Shape 7">
            <a:extLst>
              <a:ext uri="{FF2B5EF4-FFF2-40B4-BE49-F238E27FC236}">
                <a16:creationId xmlns:a16="http://schemas.microsoft.com/office/drawing/2014/main" id="{483F7BC7-1660-FB20-CBBE-5523230DB438}"/>
              </a:ext>
            </a:extLst>
          </p:cNvPr>
          <p:cNvSpPr/>
          <p:nvPr/>
        </p:nvSpPr>
        <p:spPr>
          <a:xfrm>
            <a:off x="8194373" y="4067366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0DF2BA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22" name="Text 8">
            <a:extLst>
              <a:ext uri="{FF2B5EF4-FFF2-40B4-BE49-F238E27FC236}">
                <a16:creationId xmlns:a16="http://schemas.microsoft.com/office/drawing/2014/main" id="{483DEE7F-A6E7-2879-07B7-876698BBC1C8}"/>
              </a:ext>
            </a:extLst>
          </p:cNvPr>
          <p:cNvSpPr/>
          <p:nvPr/>
        </p:nvSpPr>
        <p:spPr>
          <a:xfrm>
            <a:off x="8194373" y="4540953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#0DF2BA</a:t>
            </a:r>
            <a:endParaRPr lang="en-US" sz="600" dirty="0"/>
          </a:p>
        </p:txBody>
      </p:sp>
      <p:sp>
        <p:nvSpPr>
          <p:cNvPr id="223" name="Shape 9">
            <a:extLst>
              <a:ext uri="{FF2B5EF4-FFF2-40B4-BE49-F238E27FC236}">
                <a16:creationId xmlns:a16="http://schemas.microsoft.com/office/drawing/2014/main" id="{1FF36857-A233-5A60-B29C-00D9B464D4A9}"/>
              </a:ext>
            </a:extLst>
          </p:cNvPr>
          <p:cNvSpPr/>
          <p:nvPr/>
        </p:nvSpPr>
        <p:spPr>
          <a:xfrm>
            <a:off x="8781290" y="4067366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5185CD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24" name="Text 10">
            <a:extLst>
              <a:ext uri="{FF2B5EF4-FFF2-40B4-BE49-F238E27FC236}">
                <a16:creationId xmlns:a16="http://schemas.microsoft.com/office/drawing/2014/main" id="{AB96127B-D582-53FA-1AEC-031095DA002C}"/>
              </a:ext>
            </a:extLst>
          </p:cNvPr>
          <p:cNvSpPr/>
          <p:nvPr/>
        </p:nvSpPr>
        <p:spPr>
          <a:xfrm>
            <a:off x="8781290" y="4540953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#5185CD</a:t>
            </a:r>
            <a:endParaRPr lang="en-US" sz="600" dirty="0"/>
          </a:p>
        </p:txBody>
      </p:sp>
      <p:sp>
        <p:nvSpPr>
          <p:cNvPr id="225" name="Shape 11">
            <a:extLst>
              <a:ext uri="{FF2B5EF4-FFF2-40B4-BE49-F238E27FC236}">
                <a16:creationId xmlns:a16="http://schemas.microsoft.com/office/drawing/2014/main" id="{4F393007-3F16-160C-D585-D9B0517D10C7}"/>
              </a:ext>
            </a:extLst>
          </p:cNvPr>
          <p:cNvSpPr/>
          <p:nvPr/>
        </p:nvSpPr>
        <p:spPr>
          <a:xfrm>
            <a:off x="9368207" y="4067366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7070F7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26" name="Text 12">
            <a:extLst>
              <a:ext uri="{FF2B5EF4-FFF2-40B4-BE49-F238E27FC236}">
                <a16:creationId xmlns:a16="http://schemas.microsoft.com/office/drawing/2014/main" id="{332E95CC-5A7E-76DE-1B2B-FF0568881BAC}"/>
              </a:ext>
            </a:extLst>
          </p:cNvPr>
          <p:cNvSpPr/>
          <p:nvPr/>
        </p:nvSpPr>
        <p:spPr>
          <a:xfrm>
            <a:off x="9368207" y="4540953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#7070F7</a:t>
            </a:r>
            <a:endParaRPr lang="en-US" sz="600" dirty="0"/>
          </a:p>
        </p:txBody>
      </p:sp>
      <p:sp>
        <p:nvSpPr>
          <p:cNvPr id="227" name="Shape 13">
            <a:extLst>
              <a:ext uri="{FF2B5EF4-FFF2-40B4-BE49-F238E27FC236}">
                <a16:creationId xmlns:a16="http://schemas.microsoft.com/office/drawing/2014/main" id="{D1297013-24D2-DCE8-170B-543C763E0BB2}"/>
              </a:ext>
            </a:extLst>
          </p:cNvPr>
          <p:cNvSpPr/>
          <p:nvPr/>
        </p:nvSpPr>
        <p:spPr>
          <a:xfrm>
            <a:off x="9955124" y="4067366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BD70DB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28" name="Text 14">
            <a:extLst>
              <a:ext uri="{FF2B5EF4-FFF2-40B4-BE49-F238E27FC236}">
                <a16:creationId xmlns:a16="http://schemas.microsoft.com/office/drawing/2014/main" id="{0C5D3279-C2B4-2D41-91AB-C32CB35A4530}"/>
              </a:ext>
            </a:extLst>
          </p:cNvPr>
          <p:cNvSpPr/>
          <p:nvPr/>
        </p:nvSpPr>
        <p:spPr>
          <a:xfrm>
            <a:off x="9955124" y="4540953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#BD70DB</a:t>
            </a:r>
            <a:endParaRPr lang="en-US" sz="600" dirty="0"/>
          </a:p>
        </p:txBody>
      </p:sp>
      <p:sp>
        <p:nvSpPr>
          <p:cNvPr id="229" name="Shape 15">
            <a:extLst>
              <a:ext uri="{FF2B5EF4-FFF2-40B4-BE49-F238E27FC236}">
                <a16:creationId xmlns:a16="http://schemas.microsoft.com/office/drawing/2014/main" id="{AFAEE5A3-2228-FAEF-7A4B-A9515C91EB11}"/>
              </a:ext>
            </a:extLst>
          </p:cNvPr>
          <p:cNvSpPr/>
          <p:nvPr/>
        </p:nvSpPr>
        <p:spPr>
          <a:xfrm>
            <a:off x="10542041" y="4067366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F20DA9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30" name="Text 16">
            <a:extLst>
              <a:ext uri="{FF2B5EF4-FFF2-40B4-BE49-F238E27FC236}">
                <a16:creationId xmlns:a16="http://schemas.microsoft.com/office/drawing/2014/main" id="{56DE5445-E766-3FE2-F3C8-0EECEE2C4E41}"/>
              </a:ext>
            </a:extLst>
          </p:cNvPr>
          <p:cNvSpPr/>
          <p:nvPr/>
        </p:nvSpPr>
        <p:spPr>
          <a:xfrm>
            <a:off x="10542041" y="4540953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#F20DA9</a:t>
            </a:r>
            <a:endParaRPr lang="en-US" sz="600" dirty="0"/>
          </a:p>
        </p:txBody>
      </p:sp>
      <p:sp>
        <p:nvSpPr>
          <p:cNvPr id="231" name="Shape 17">
            <a:extLst>
              <a:ext uri="{FF2B5EF4-FFF2-40B4-BE49-F238E27FC236}">
                <a16:creationId xmlns:a16="http://schemas.microsoft.com/office/drawing/2014/main" id="{176E612C-D72A-2B85-D9F3-090BA90FFDF7}"/>
              </a:ext>
            </a:extLst>
          </p:cNvPr>
          <p:cNvSpPr/>
          <p:nvPr/>
        </p:nvSpPr>
        <p:spPr>
          <a:xfrm>
            <a:off x="11128958" y="4067366"/>
            <a:ext cx="533561" cy="462036"/>
          </a:xfrm>
          <a:prstGeom prst="roundRect">
            <a:avLst>
              <a:gd name="adj" fmla="val 10000"/>
            </a:avLst>
          </a:prstGeom>
          <a:solidFill>
            <a:srgbClr val="E05065"/>
          </a:solidFill>
          <a:ln>
            <a:solidFill>
              <a:srgbClr val="000064"/>
            </a:solidFill>
          </a:ln>
        </p:spPr>
        <p:txBody>
          <a:bodyPr/>
          <a:lstStyle/>
          <a:p>
            <a:endParaRPr lang="en-US" sz="1400"/>
          </a:p>
        </p:txBody>
      </p:sp>
      <p:sp>
        <p:nvSpPr>
          <p:cNvPr id="232" name="Text 18">
            <a:extLst>
              <a:ext uri="{FF2B5EF4-FFF2-40B4-BE49-F238E27FC236}">
                <a16:creationId xmlns:a16="http://schemas.microsoft.com/office/drawing/2014/main" id="{A0AFEB02-F7EB-D21F-EB11-84D9F7E1C52A}"/>
              </a:ext>
            </a:extLst>
          </p:cNvPr>
          <p:cNvSpPr/>
          <p:nvPr/>
        </p:nvSpPr>
        <p:spPr>
          <a:xfrm>
            <a:off x="11128958" y="4540953"/>
            <a:ext cx="533561" cy="144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#E05065</a:t>
            </a:r>
            <a:endParaRPr lang="en-US" sz="600" dirty="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07446E73-68B0-75E4-304B-A68BBE3DC48B}"/>
              </a:ext>
            </a:extLst>
          </p:cNvPr>
          <p:cNvSpPr/>
          <p:nvPr/>
        </p:nvSpPr>
        <p:spPr>
          <a:xfrm>
            <a:off x="6096000" y="4816648"/>
            <a:ext cx="6096000" cy="2041351"/>
          </a:xfrm>
          <a:prstGeom prst="rect">
            <a:avLst/>
          </a:prstGeom>
          <a:solidFill>
            <a:srgbClr val="0000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41752D0-4A44-82D1-5842-652477AFFC0A}"/>
              </a:ext>
            </a:extLst>
          </p:cNvPr>
          <p:cNvGrpSpPr/>
          <p:nvPr/>
        </p:nvGrpSpPr>
        <p:grpSpPr>
          <a:xfrm>
            <a:off x="626011" y="5003800"/>
            <a:ext cx="11013003" cy="1467737"/>
            <a:chOff x="626011" y="3958919"/>
            <a:chExt cx="11013003" cy="2512618"/>
          </a:xfrm>
        </p:grpSpPr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D64C4D1D-3F20-7209-986F-79D2B303ECBE}"/>
                </a:ext>
              </a:extLst>
            </p:cNvPr>
            <p:cNvGrpSpPr/>
            <p:nvPr/>
          </p:nvGrpSpPr>
          <p:grpSpPr>
            <a:xfrm>
              <a:off x="753035" y="5994872"/>
              <a:ext cx="4516419" cy="476665"/>
              <a:chOff x="4940883" y="5852160"/>
              <a:chExt cx="7115107" cy="1284692"/>
            </a:xfrm>
          </p:grpSpPr>
          <p:sp>
            <p:nvSpPr>
              <p:cNvPr id="238" name="Shape 1">
                <a:extLst>
                  <a:ext uri="{FF2B5EF4-FFF2-40B4-BE49-F238E27FC236}">
                    <a16:creationId xmlns:a16="http://schemas.microsoft.com/office/drawing/2014/main" id="{6109D7FD-B892-7B4F-1019-CB9A66408E7F}"/>
                  </a:ext>
                </a:extLst>
              </p:cNvPr>
              <p:cNvSpPr/>
              <p:nvPr/>
            </p:nvSpPr>
            <p:spPr>
              <a:xfrm>
                <a:off x="8544694" y="5852160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818A98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239" name="Text 2">
                <a:extLst>
                  <a:ext uri="{FF2B5EF4-FFF2-40B4-BE49-F238E27FC236}">
                    <a16:creationId xmlns:a16="http://schemas.microsoft.com/office/drawing/2014/main" id="{C8DFB2B5-E2C2-33CC-67E2-BC0D4F0B88E8}"/>
                  </a:ext>
                </a:extLst>
              </p:cNvPr>
              <p:cNvSpPr/>
              <p:nvPr/>
            </p:nvSpPr>
            <p:spPr>
              <a:xfrm>
                <a:off x="8544694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#818A98</a:t>
                </a:r>
              </a:p>
              <a:p>
                <a:pPr marL="0" indent="0" algn="ctr">
                  <a:buNone/>
                </a:pPr>
                <a:endPara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  <p:sp>
            <p:nvSpPr>
              <p:cNvPr id="240" name="Shape 3">
                <a:extLst>
                  <a:ext uri="{FF2B5EF4-FFF2-40B4-BE49-F238E27FC236}">
                    <a16:creationId xmlns:a16="http://schemas.microsoft.com/office/drawing/2014/main" id="{8CE18E66-4093-2B82-B617-26BCA6FB9459}"/>
                  </a:ext>
                </a:extLst>
              </p:cNvPr>
              <p:cNvSpPr/>
              <p:nvPr/>
            </p:nvSpPr>
            <p:spPr>
              <a:xfrm>
                <a:off x="9751702" y="5852160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9FA5AD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241" name="Text 4">
                <a:extLst>
                  <a:ext uri="{FF2B5EF4-FFF2-40B4-BE49-F238E27FC236}">
                    <a16:creationId xmlns:a16="http://schemas.microsoft.com/office/drawing/2014/main" id="{EE68CAC0-AF55-F1EC-C3C1-23439C7E42CC}"/>
                  </a:ext>
                </a:extLst>
              </p:cNvPr>
              <p:cNvSpPr/>
              <p:nvPr/>
            </p:nvSpPr>
            <p:spPr>
              <a:xfrm>
                <a:off x="9751702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#9FA5AD</a:t>
                </a:r>
              </a:p>
              <a:p>
                <a:pPr marL="0" indent="0" algn="ctr">
                  <a:buNone/>
                </a:pPr>
                <a:endPara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  <p:sp>
            <p:nvSpPr>
              <p:cNvPr id="242" name="Shape 5">
                <a:extLst>
                  <a:ext uri="{FF2B5EF4-FFF2-40B4-BE49-F238E27FC236}">
                    <a16:creationId xmlns:a16="http://schemas.microsoft.com/office/drawing/2014/main" id="{B24B39B7-A4B7-5034-0617-E0CFA6140BE8}"/>
                  </a:ext>
                </a:extLst>
              </p:cNvPr>
              <p:cNvSpPr/>
              <p:nvPr/>
            </p:nvSpPr>
            <p:spPr>
              <a:xfrm>
                <a:off x="10958710" y="5861304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BBBFC3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243" name="Text 6">
                <a:extLst>
                  <a:ext uri="{FF2B5EF4-FFF2-40B4-BE49-F238E27FC236}">
                    <a16:creationId xmlns:a16="http://schemas.microsoft.com/office/drawing/2014/main" id="{B5F251A4-B047-EF26-1EBA-9872B20AE9C3}"/>
                  </a:ext>
                </a:extLst>
              </p:cNvPr>
              <p:cNvSpPr/>
              <p:nvPr/>
            </p:nvSpPr>
            <p:spPr>
              <a:xfrm>
                <a:off x="10958709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#BBBFC3</a:t>
                </a:r>
              </a:p>
              <a:p>
                <a:pPr marL="0" indent="0" algn="ctr">
                  <a:buNone/>
                </a:pPr>
                <a:endPara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  <p:sp>
            <p:nvSpPr>
              <p:cNvPr id="244" name="Shape 1">
                <a:extLst>
                  <a:ext uri="{FF2B5EF4-FFF2-40B4-BE49-F238E27FC236}">
                    <a16:creationId xmlns:a16="http://schemas.microsoft.com/office/drawing/2014/main" id="{F065293D-C1BC-B401-04D8-A926B4B79BCC}"/>
                  </a:ext>
                </a:extLst>
              </p:cNvPr>
              <p:cNvSpPr/>
              <p:nvPr/>
            </p:nvSpPr>
            <p:spPr>
              <a:xfrm>
                <a:off x="4940883" y="5852160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2DD264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245" name="Text 2">
                <a:extLst>
                  <a:ext uri="{FF2B5EF4-FFF2-40B4-BE49-F238E27FC236}">
                    <a16:creationId xmlns:a16="http://schemas.microsoft.com/office/drawing/2014/main" id="{034AA3BD-3252-6875-C7E7-38454DA3B80D}"/>
                  </a:ext>
                </a:extLst>
              </p:cNvPr>
              <p:cNvSpPr/>
              <p:nvPr/>
            </p:nvSpPr>
            <p:spPr>
              <a:xfrm>
                <a:off x="4940883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#2DD264</a:t>
                </a:r>
              </a:p>
              <a:p>
                <a:pPr marL="0" indent="0" algn="ctr">
                  <a:buNone/>
                </a:pPr>
                <a:endPara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  <p:sp>
            <p:nvSpPr>
              <p:cNvPr id="246" name="Shape 3">
                <a:extLst>
                  <a:ext uri="{FF2B5EF4-FFF2-40B4-BE49-F238E27FC236}">
                    <a16:creationId xmlns:a16="http://schemas.microsoft.com/office/drawing/2014/main" id="{3636AB89-EDC7-A57D-9A50-F5FFDFDDB2F5}"/>
                  </a:ext>
                </a:extLst>
              </p:cNvPr>
              <p:cNvSpPr/>
              <p:nvPr/>
            </p:nvSpPr>
            <p:spPr>
              <a:xfrm>
                <a:off x="6147891" y="5852160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EC9C13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247" name="Text 4">
                <a:extLst>
                  <a:ext uri="{FF2B5EF4-FFF2-40B4-BE49-F238E27FC236}">
                    <a16:creationId xmlns:a16="http://schemas.microsoft.com/office/drawing/2014/main" id="{C421BD6F-5747-393C-87C5-3DC2DF575677}"/>
                  </a:ext>
                </a:extLst>
              </p:cNvPr>
              <p:cNvSpPr/>
              <p:nvPr/>
            </p:nvSpPr>
            <p:spPr>
              <a:xfrm>
                <a:off x="6147891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#EC9C13</a:t>
                </a:r>
              </a:p>
              <a:p>
                <a:pPr marL="0" indent="0" algn="ctr">
                  <a:buNone/>
                </a:pPr>
                <a:endPara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  <p:sp>
            <p:nvSpPr>
              <p:cNvPr id="248" name="Shape 5">
                <a:extLst>
                  <a:ext uri="{FF2B5EF4-FFF2-40B4-BE49-F238E27FC236}">
                    <a16:creationId xmlns:a16="http://schemas.microsoft.com/office/drawing/2014/main" id="{3691A8F8-FDBA-5529-D825-347381FD5A5B}"/>
                  </a:ext>
                </a:extLst>
              </p:cNvPr>
              <p:cNvSpPr/>
              <p:nvPr/>
            </p:nvSpPr>
            <p:spPr>
              <a:xfrm>
                <a:off x="7354899" y="5861304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E24E4E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/>
              </a:p>
            </p:txBody>
          </p:sp>
          <p:sp>
            <p:nvSpPr>
              <p:cNvPr id="249" name="Text 6">
                <a:extLst>
                  <a:ext uri="{FF2B5EF4-FFF2-40B4-BE49-F238E27FC236}">
                    <a16:creationId xmlns:a16="http://schemas.microsoft.com/office/drawing/2014/main" id="{02F0BB43-B71F-E1FB-0CE5-25BA72CEB552}"/>
                  </a:ext>
                </a:extLst>
              </p:cNvPr>
              <p:cNvSpPr/>
              <p:nvPr/>
            </p:nvSpPr>
            <p:spPr>
              <a:xfrm>
                <a:off x="7354899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#E24E4E</a:t>
                </a:r>
              </a:p>
              <a:p>
                <a:pPr marL="0" indent="0" algn="ctr">
                  <a:buNone/>
                </a:pPr>
                <a:endParaRPr lang="en-US" sz="700" dirty="0"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</p:grpSp>
        <p:graphicFrame>
          <p:nvGraphicFramePr>
            <p:cNvPr id="250" name="Chart 0">
              <a:extLst>
                <a:ext uri="{FF2B5EF4-FFF2-40B4-BE49-F238E27FC236}">
                  <a16:creationId xmlns:a16="http://schemas.microsoft.com/office/drawing/2014/main" id="{64CE6D4E-27B9-34B5-D3C2-475F0DE459A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86363027"/>
                </p:ext>
              </p:extLst>
            </p:nvPr>
          </p:nvGraphicFramePr>
          <p:xfrm>
            <a:off x="626011" y="4102270"/>
            <a:ext cx="2830537" cy="180125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graphicFrame>
          <p:nvGraphicFramePr>
            <p:cNvPr id="251" name="Chart 1">
              <a:extLst>
                <a:ext uri="{FF2B5EF4-FFF2-40B4-BE49-F238E27FC236}">
                  <a16:creationId xmlns:a16="http://schemas.microsoft.com/office/drawing/2014/main" id="{60580435-6968-81F3-A573-2EF23F02EFD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56316488"/>
                </p:ext>
              </p:extLst>
            </p:nvPr>
          </p:nvGraphicFramePr>
          <p:xfrm>
            <a:off x="3456549" y="3958919"/>
            <a:ext cx="2082879" cy="208287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graphicFrame>
          <p:nvGraphicFramePr>
            <p:cNvPr id="252" name="Chart 0">
              <a:extLst>
                <a:ext uri="{FF2B5EF4-FFF2-40B4-BE49-F238E27FC236}">
                  <a16:creationId xmlns:a16="http://schemas.microsoft.com/office/drawing/2014/main" id="{3FF53F56-913E-2C20-8231-09F5D54B5AF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74794835"/>
                </p:ext>
              </p:extLst>
            </p:nvPr>
          </p:nvGraphicFramePr>
          <p:xfrm>
            <a:off x="6725597" y="4102270"/>
            <a:ext cx="2830537" cy="180125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graphicFrame>
          <p:nvGraphicFramePr>
            <p:cNvPr id="253" name="Chart 1">
              <a:extLst>
                <a:ext uri="{FF2B5EF4-FFF2-40B4-BE49-F238E27FC236}">
                  <a16:creationId xmlns:a16="http://schemas.microsoft.com/office/drawing/2014/main" id="{66F36D71-5F92-4C74-F864-BBD14D5198A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96498465"/>
                </p:ext>
              </p:extLst>
            </p:nvPr>
          </p:nvGraphicFramePr>
          <p:xfrm>
            <a:off x="9556135" y="3958919"/>
            <a:ext cx="2082879" cy="208287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DED062B9-F220-9290-D431-C7BE88213B1D}"/>
                </a:ext>
              </a:extLst>
            </p:cNvPr>
            <p:cNvGrpSpPr/>
            <p:nvPr/>
          </p:nvGrpSpPr>
          <p:grpSpPr>
            <a:xfrm>
              <a:off x="6849035" y="5994872"/>
              <a:ext cx="4516419" cy="476665"/>
              <a:chOff x="4940883" y="5852160"/>
              <a:chExt cx="7115107" cy="1284692"/>
            </a:xfrm>
          </p:grpSpPr>
          <p:sp>
            <p:nvSpPr>
              <p:cNvPr id="255" name="Shape 1">
                <a:extLst>
                  <a:ext uri="{FF2B5EF4-FFF2-40B4-BE49-F238E27FC236}">
                    <a16:creationId xmlns:a16="http://schemas.microsoft.com/office/drawing/2014/main" id="{CCF734CC-E61C-FE8F-1D43-5811360FFDD4}"/>
                  </a:ext>
                </a:extLst>
              </p:cNvPr>
              <p:cNvSpPr/>
              <p:nvPr/>
            </p:nvSpPr>
            <p:spPr>
              <a:xfrm>
                <a:off x="8544694" y="5852160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818A98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256" name="Text 2">
                <a:extLst>
                  <a:ext uri="{FF2B5EF4-FFF2-40B4-BE49-F238E27FC236}">
                    <a16:creationId xmlns:a16="http://schemas.microsoft.com/office/drawing/2014/main" id="{F7365DCC-A050-F39C-7E3D-89371C811CE0}"/>
                  </a:ext>
                </a:extLst>
              </p:cNvPr>
              <p:cNvSpPr/>
              <p:nvPr/>
            </p:nvSpPr>
            <p:spPr>
              <a:xfrm>
                <a:off x="8544694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chemeClr val="bg1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#818A98</a:t>
                </a:r>
              </a:p>
              <a:p>
                <a:pPr marL="0" indent="0" algn="ctr">
                  <a:buNone/>
                </a:pPr>
                <a:endPara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  <p:sp>
            <p:nvSpPr>
              <p:cNvPr id="257" name="Shape 3">
                <a:extLst>
                  <a:ext uri="{FF2B5EF4-FFF2-40B4-BE49-F238E27FC236}">
                    <a16:creationId xmlns:a16="http://schemas.microsoft.com/office/drawing/2014/main" id="{C8901DBC-EC6E-D2B8-50B4-22C14032ECA4}"/>
                  </a:ext>
                </a:extLst>
              </p:cNvPr>
              <p:cNvSpPr/>
              <p:nvPr/>
            </p:nvSpPr>
            <p:spPr>
              <a:xfrm>
                <a:off x="9751702" y="5852160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9FA5AD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258" name="Text 4">
                <a:extLst>
                  <a:ext uri="{FF2B5EF4-FFF2-40B4-BE49-F238E27FC236}">
                    <a16:creationId xmlns:a16="http://schemas.microsoft.com/office/drawing/2014/main" id="{B508813C-0176-9B8B-EF22-B19C7B7E0CF3}"/>
                  </a:ext>
                </a:extLst>
              </p:cNvPr>
              <p:cNvSpPr/>
              <p:nvPr/>
            </p:nvSpPr>
            <p:spPr>
              <a:xfrm>
                <a:off x="9751702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chemeClr val="bg1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#9FA5AD</a:t>
                </a:r>
              </a:p>
              <a:p>
                <a:pPr marL="0" indent="0" algn="ctr">
                  <a:buNone/>
                </a:pPr>
                <a:endPara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  <p:sp>
            <p:nvSpPr>
              <p:cNvPr id="259" name="Shape 5">
                <a:extLst>
                  <a:ext uri="{FF2B5EF4-FFF2-40B4-BE49-F238E27FC236}">
                    <a16:creationId xmlns:a16="http://schemas.microsoft.com/office/drawing/2014/main" id="{E817F60E-CBEA-7477-4C05-49166370C9B1}"/>
                  </a:ext>
                </a:extLst>
              </p:cNvPr>
              <p:cNvSpPr/>
              <p:nvPr/>
            </p:nvSpPr>
            <p:spPr>
              <a:xfrm>
                <a:off x="10958710" y="5861304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BBBFC3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260" name="Text 6">
                <a:extLst>
                  <a:ext uri="{FF2B5EF4-FFF2-40B4-BE49-F238E27FC236}">
                    <a16:creationId xmlns:a16="http://schemas.microsoft.com/office/drawing/2014/main" id="{9F3F9BD9-20E1-6439-33F9-B889D97C296C}"/>
                  </a:ext>
                </a:extLst>
              </p:cNvPr>
              <p:cNvSpPr/>
              <p:nvPr/>
            </p:nvSpPr>
            <p:spPr>
              <a:xfrm>
                <a:off x="10958709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chemeClr val="bg1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#BBBFC3</a:t>
                </a:r>
              </a:p>
              <a:p>
                <a:pPr marL="0" indent="0" algn="ctr">
                  <a:buNone/>
                </a:pPr>
                <a:endPara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  <p:sp>
            <p:nvSpPr>
              <p:cNvPr id="261" name="Shape 1">
                <a:extLst>
                  <a:ext uri="{FF2B5EF4-FFF2-40B4-BE49-F238E27FC236}">
                    <a16:creationId xmlns:a16="http://schemas.microsoft.com/office/drawing/2014/main" id="{7AC76494-37F8-22B4-EF1C-BDB860BBF464}"/>
                  </a:ext>
                </a:extLst>
              </p:cNvPr>
              <p:cNvSpPr/>
              <p:nvPr/>
            </p:nvSpPr>
            <p:spPr>
              <a:xfrm>
                <a:off x="4940883" y="5852160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2DD264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262" name="Text 2">
                <a:extLst>
                  <a:ext uri="{FF2B5EF4-FFF2-40B4-BE49-F238E27FC236}">
                    <a16:creationId xmlns:a16="http://schemas.microsoft.com/office/drawing/2014/main" id="{03A9A4BD-DA52-1FFF-2825-1CA4B2C1FCA8}"/>
                  </a:ext>
                </a:extLst>
              </p:cNvPr>
              <p:cNvSpPr/>
              <p:nvPr/>
            </p:nvSpPr>
            <p:spPr>
              <a:xfrm>
                <a:off x="4940883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chemeClr val="bg1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#2DD264</a:t>
                </a:r>
              </a:p>
              <a:p>
                <a:pPr marL="0" indent="0" algn="ctr">
                  <a:buNone/>
                </a:pPr>
                <a:endPara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  <p:sp>
            <p:nvSpPr>
              <p:cNvPr id="263" name="Shape 3">
                <a:extLst>
                  <a:ext uri="{FF2B5EF4-FFF2-40B4-BE49-F238E27FC236}">
                    <a16:creationId xmlns:a16="http://schemas.microsoft.com/office/drawing/2014/main" id="{67DA8C87-1FBD-E029-3F72-FFE260C21189}"/>
                  </a:ext>
                </a:extLst>
              </p:cNvPr>
              <p:cNvSpPr/>
              <p:nvPr/>
            </p:nvSpPr>
            <p:spPr>
              <a:xfrm>
                <a:off x="6147891" y="5852160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EC9C13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Text 4">
                <a:extLst>
                  <a:ext uri="{FF2B5EF4-FFF2-40B4-BE49-F238E27FC236}">
                    <a16:creationId xmlns:a16="http://schemas.microsoft.com/office/drawing/2014/main" id="{F96829E9-1242-9BC0-39A8-86B0522360FC}"/>
                  </a:ext>
                </a:extLst>
              </p:cNvPr>
              <p:cNvSpPr/>
              <p:nvPr/>
            </p:nvSpPr>
            <p:spPr>
              <a:xfrm>
                <a:off x="6147891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chemeClr val="bg1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#EC9C13</a:t>
                </a:r>
              </a:p>
              <a:p>
                <a:pPr marL="0" indent="0" algn="ctr">
                  <a:buNone/>
                </a:pPr>
                <a:endPara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  <p:sp>
            <p:nvSpPr>
              <p:cNvPr id="265" name="Shape 5">
                <a:extLst>
                  <a:ext uri="{FF2B5EF4-FFF2-40B4-BE49-F238E27FC236}">
                    <a16:creationId xmlns:a16="http://schemas.microsoft.com/office/drawing/2014/main" id="{1698C00F-3EFB-A374-9956-41EF93F88EA1}"/>
                  </a:ext>
                </a:extLst>
              </p:cNvPr>
              <p:cNvSpPr/>
              <p:nvPr/>
            </p:nvSpPr>
            <p:spPr>
              <a:xfrm>
                <a:off x="7354899" y="5861304"/>
                <a:ext cx="1097280" cy="731520"/>
              </a:xfrm>
              <a:prstGeom prst="roundRect">
                <a:avLst>
                  <a:gd name="adj" fmla="val 10000"/>
                </a:avLst>
              </a:prstGeom>
              <a:solidFill>
                <a:srgbClr val="E24E4E"/>
              </a:solidFill>
              <a:ln w="6350">
                <a:solidFill>
                  <a:srgbClr val="000064"/>
                </a:solidFill>
              </a:ln>
            </p:spPr>
            <p:txBody>
              <a:bodyPr/>
              <a:lstStyle/>
              <a:p>
                <a:endParaRPr lang="en-US" sz="1400">
                  <a:solidFill>
                    <a:schemeClr val="bg1"/>
                  </a:solidFill>
                </a:endParaRPr>
              </a:p>
            </p:txBody>
          </p:sp>
          <p:sp>
            <p:nvSpPr>
              <p:cNvPr id="266" name="Text 6">
                <a:extLst>
                  <a:ext uri="{FF2B5EF4-FFF2-40B4-BE49-F238E27FC236}">
                    <a16:creationId xmlns:a16="http://schemas.microsoft.com/office/drawing/2014/main" id="{CC60FDA9-D048-EDE2-F06A-AA98EA6EC3D1}"/>
                  </a:ext>
                </a:extLst>
              </p:cNvPr>
              <p:cNvSpPr/>
              <p:nvPr/>
            </p:nvSpPr>
            <p:spPr>
              <a:xfrm>
                <a:off x="7354899" y="6601969"/>
                <a:ext cx="1097281" cy="534883"/>
              </a:xfrm>
              <a:prstGeom prst="rect">
                <a:avLst/>
              </a:prstGeom>
              <a:noFill/>
              <a:ln/>
            </p:spPr>
            <p:txBody>
              <a:bodyPr wrap="square" tIns="91440" rtlCol="0" anchor="t"/>
              <a:lstStyle/>
              <a:p>
                <a:pPr marL="0" indent="0" algn="ctr">
                  <a:buNone/>
                </a:pPr>
                <a:r>
                  <a:rPr lang="en-US" sz="700" dirty="0">
                    <a:solidFill>
                      <a:schemeClr val="bg1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#E24E4E</a:t>
                </a:r>
              </a:p>
              <a:p>
                <a:pPr marL="0" indent="0" algn="ctr">
                  <a:buNone/>
                </a:pPr>
                <a:endParaRPr lang="en-US" sz="700" dirty="0">
                  <a:solidFill>
                    <a:schemeClr val="bg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endParaRPr>
              </a:p>
            </p:txBody>
          </p:sp>
        </p:grpSp>
      </p:grp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C0D5D9E9-0DCD-F21C-2139-A22A80E24AD0}"/>
              </a:ext>
            </a:extLst>
          </p:cNvPr>
          <p:cNvCxnSpPr/>
          <p:nvPr/>
        </p:nvCxnSpPr>
        <p:spPr>
          <a:xfrm>
            <a:off x="455623" y="3683477"/>
            <a:ext cx="11206896" cy="0"/>
          </a:xfrm>
          <a:prstGeom prst="line">
            <a:avLst/>
          </a:prstGeom>
          <a:ln>
            <a:solidFill>
              <a:srgbClr val="818A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807F831-BB6B-4380-02AB-3FF3F2223854}"/>
              </a:ext>
            </a:extLst>
          </p:cNvPr>
          <p:cNvGrpSpPr/>
          <p:nvPr/>
        </p:nvGrpSpPr>
        <p:grpSpPr>
          <a:xfrm>
            <a:off x="522386" y="428515"/>
            <a:ext cx="2570908" cy="187560"/>
            <a:chOff x="522386" y="538768"/>
            <a:chExt cx="2570908" cy="187560"/>
          </a:xfrm>
        </p:grpSpPr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47933E1-5FDE-BBDD-AF97-1BD69F9FA7C5}"/>
                </a:ext>
              </a:extLst>
            </p:cNvPr>
            <p:cNvSpPr/>
            <p:nvPr/>
          </p:nvSpPr>
          <p:spPr>
            <a:xfrm>
              <a:off x="1235984" y="539901"/>
              <a:ext cx="190357" cy="184698"/>
            </a:xfrm>
            <a:custGeom>
              <a:avLst/>
              <a:gdLst>
                <a:gd name="csX0" fmla="*/ 163830 w 190357"/>
                <a:gd name="csY0" fmla="*/ 184338 h 184698"/>
                <a:gd name="csX1" fmla="*/ 28680 w 190357"/>
                <a:gd name="csY1" fmla="*/ 184698 h 184698"/>
                <a:gd name="csX2" fmla="*/ 4 w 190357"/>
                <a:gd name="csY2" fmla="*/ 157275 h 184698"/>
                <a:gd name="csX3" fmla="*/ 0 w 190357"/>
                <a:gd name="csY3" fmla="*/ 27439 h 184698"/>
                <a:gd name="csX4" fmla="*/ 28666 w 190357"/>
                <a:gd name="csY4" fmla="*/ 0 h 184698"/>
                <a:gd name="csX5" fmla="*/ 161688 w 190357"/>
                <a:gd name="csY5" fmla="*/ 6 h 184698"/>
                <a:gd name="csX6" fmla="*/ 190354 w 190357"/>
                <a:gd name="csY6" fmla="*/ 27428 h 184698"/>
                <a:gd name="csX7" fmla="*/ 190357 w 190357"/>
                <a:gd name="csY7" fmla="*/ 157327 h 184698"/>
                <a:gd name="csX8" fmla="*/ 163830 w 190357"/>
                <a:gd name="csY8" fmla="*/ 184338 h 1846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7" h="184698">
                  <a:moveTo>
                    <a:pt x="163830" y="184338"/>
                  </a:moveTo>
                  <a:lnTo>
                    <a:pt x="28680" y="184698"/>
                  </a:lnTo>
                  <a:cubicBezTo>
                    <a:pt x="12532" y="184742"/>
                    <a:pt x="1049" y="172220"/>
                    <a:pt x="4" y="157275"/>
                  </a:cubicBezTo>
                  <a:lnTo>
                    <a:pt x="0" y="27439"/>
                  </a:lnTo>
                  <a:cubicBezTo>
                    <a:pt x="1024" y="12371"/>
                    <a:pt x="12532" y="-1"/>
                    <a:pt x="28666" y="0"/>
                  </a:cubicBezTo>
                  <a:lnTo>
                    <a:pt x="161688" y="6"/>
                  </a:lnTo>
                  <a:cubicBezTo>
                    <a:pt x="177817" y="7"/>
                    <a:pt x="189304" y="12396"/>
                    <a:pt x="190354" y="27428"/>
                  </a:cubicBezTo>
                  <a:lnTo>
                    <a:pt x="190357" y="157327"/>
                  </a:lnTo>
                  <a:cubicBezTo>
                    <a:pt x="189329" y="169939"/>
                    <a:pt x="180313" y="184294"/>
                    <a:pt x="163830" y="184338"/>
                  </a:cubicBezTo>
                  <a:close/>
                </a:path>
              </a:pathLst>
            </a:custGeom>
            <a:solidFill>
              <a:srgbClr val="7D50AB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9FA4DF8-DA13-EECE-FDDB-3CDC7186B411}"/>
                </a:ext>
              </a:extLst>
            </p:cNvPr>
            <p:cNvSpPr/>
            <p:nvPr/>
          </p:nvSpPr>
          <p:spPr>
            <a:xfrm>
              <a:off x="1473850" y="539910"/>
              <a:ext cx="190358" cy="184694"/>
            </a:xfrm>
            <a:custGeom>
              <a:avLst/>
              <a:gdLst>
                <a:gd name="csX0" fmla="*/ 163827 w 190358"/>
                <a:gd name="csY0" fmla="*/ 184334 h 184694"/>
                <a:gd name="csX1" fmla="*/ 28682 w 190358"/>
                <a:gd name="csY1" fmla="*/ 184694 h 184694"/>
                <a:gd name="csX2" fmla="*/ 0 w 190358"/>
                <a:gd name="csY2" fmla="*/ 157263 h 184694"/>
                <a:gd name="csX3" fmla="*/ 0 w 190358"/>
                <a:gd name="csY3" fmla="*/ 27437 h 184694"/>
                <a:gd name="csX4" fmla="*/ 28674 w 190358"/>
                <a:gd name="csY4" fmla="*/ 0 h 184694"/>
                <a:gd name="csX5" fmla="*/ 161684 w 190358"/>
                <a:gd name="csY5" fmla="*/ 3 h 184694"/>
                <a:gd name="csX6" fmla="*/ 190358 w 190358"/>
                <a:gd name="csY6" fmla="*/ 27423 h 184694"/>
                <a:gd name="csX7" fmla="*/ 190355 w 190358"/>
                <a:gd name="csY7" fmla="*/ 157312 h 184694"/>
                <a:gd name="csX8" fmla="*/ 163827 w 190358"/>
                <a:gd name="csY8" fmla="*/ 184334 h 1846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8" h="184694">
                  <a:moveTo>
                    <a:pt x="163827" y="184334"/>
                  </a:moveTo>
                  <a:lnTo>
                    <a:pt x="28682" y="184694"/>
                  </a:lnTo>
                  <a:cubicBezTo>
                    <a:pt x="12516" y="184737"/>
                    <a:pt x="1007" y="172246"/>
                    <a:pt x="0" y="157263"/>
                  </a:cubicBezTo>
                  <a:lnTo>
                    <a:pt x="0" y="27437"/>
                  </a:lnTo>
                  <a:cubicBezTo>
                    <a:pt x="993" y="12318"/>
                    <a:pt x="12510" y="0"/>
                    <a:pt x="28674" y="0"/>
                  </a:cubicBezTo>
                  <a:lnTo>
                    <a:pt x="161684" y="3"/>
                  </a:lnTo>
                  <a:cubicBezTo>
                    <a:pt x="177837" y="3"/>
                    <a:pt x="189351" y="12345"/>
                    <a:pt x="190358" y="27423"/>
                  </a:cubicBezTo>
                  <a:lnTo>
                    <a:pt x="190355" y="157312"/>
                  </a:lnTo>
                  <a:cubicBezTo>
                    <a:pt x="189360" y="169966"/>
                    <a:pt x="180333" y="184290"/>
                    <a:pt x="163827" y="184334"/>
                  </a:cubicBezTo>
                  <a:close/>
                </a:path>
              </a:pathLst>
            </a:custGeom>
            <a:solidFill>
              <a:srgbClr val="DB0196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5EE6FAB-45E2-9210-2D1B-73FF748BC4E9}"/>
                </a:ext>
              </a:extLst>
            </p:cNvPr>
            <p:cNvSpPr/>
            <p:nvPr/>
          </p:nvSpPr>
          <p:spPr>
            <a:xfrm>
              <a:off x="1711719" y="539915"/>
              <a:ext cx="190351" cy="185031"/>
            </a:xfrm>
            <a:custGeom>
              <a:avLst/>
              <a:gdLst>
                <a:gd name="csX0" fmla="*/ 163853 w 190351"/>
                <a:gd name="csY0" fmla="*/ 185032 h 185031"/>
                <a:gd name="csX1" fmla="*/ 28670 w 190351"/>
                <a:gd name="csY1" fmla="*/ 184671 h 185031"/>
                <a:gd name="csX2" fmla="*/ 0 w 190351"/>
                <a:gd name="csY2" fmla="*/ 157235 h 185031"/>
                <a:gd name="csX3" fmla="*/ 1 w 190351"/>
                <a:gd name="csY3" fmla="*/ 27434 h 185031"/>
                <a:gd name="csX4" fmla="*/ 28667 w 190351"/>
                <a:gd name="csY4" fmla="*/ 0 h 185031"/>
                <a:gd name="csX5" fmla="*/ 161679 w 190351"/>
                <a:gd name="csY5" fmla="*/ 15 h 185031"/>
                <a:gd name="csX6" fmla="*/ 190351 w 190351"/>
                <a:gd name="csY6" fmla="*/ 27438 h 185031"/>
                <a:gd name="csX7" fmla="*/ 190351 w 190351"/>
                <a:gd name="csY7" fmla="*/ 157159 h 185031"/>
                <a:gd name="csX8" fmla="*/ 163853 w 190351"/>
                <a:gd name="csY8" fmla="*/ 185032 h 1850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1" h="185031">
                  <a:moveTo>
                    <a:pt x="163853" y="185032"/>
                  </a:moveTo>
                  <a:lnTo>
                    <a:pt x="28670" y="184671"/>
                  </a:lnTo>
                  <a:cubicBezTo>
                    <a:pt x="12533" y="184628"/>
                    <a:pt x="1052" y="172409"/>
                    <a:pt x="0" y="157235"/>
                  </a:cubicBezTo>
                  <a:lnTo>
                    <a:pt x="1" y="27434"/>
                  </a:lnTo>
                  <a:cubicBezTo>
                    <a:pt x="1056" y="12349"/>
                    <a:pt x="12521" y="-2"/>
                    <a:pt x="28667" y="0"/>
                  </a:cubicBezTo>
                  <a:lnTo>
                    <a:pt x="161679" y="15"/>
                  </a:lnTo>
                  <a:cubicBezTo>
                    <a:pt x="177820" y="17"/>
                    <a:pt x="189311" y="12346"/>
                    <a:pt x="190351" y="27438"/>
                  </a:cubicBezTo>
                  <a:lnTo>
                    <a:pt x="190351" y="157159"/>
                  </a:lnTo>
                  <a:cubicBezTo>
                    <a:pt x="189373" y="171282"/>
                    <a:pt x="180242" y="181891"/>
                    <a:pt x="163853" y="185032"/>
                  </a:cubicBezTo>
                  <a:close/>
                </a:path>
              </a:pathLst>
            </a:custGeom>
            <a:solidFill>
              <a:srgbClr val="1464B8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0763CED-DD1A-5CE4-8A2E-A985001A44F2}"/>
                </a:ext>
              </a:extLst>
            </p:cNvPr>
            <p:cNvSpPr/>
            <p:nvPr/>
          </p:nvSpPr>
          <p:spPr>
            <a:xfrm>
              <a:off x="2424667" y="539095"/>
              <a:ext cx="192290" cy="186811"/>
            </a:xfrm>
            <a:custGeom>
              <a:avLst/>
              <a:gdLst>
                <a:gd name="csX0" fmla="*/ 164774 w 192290"/>
                <a:gd name="csY0" fmla="*/ 186811 h 186811"/>
                <a:gd name="csX1" fmla="*/ 29155 w 192290"/>
                <a:gd name="csY1" fmla="*/ 186441 h 186811"/>
                <a:gd name="csX2" fmla="*/ 0 w 192290"/>
                <a:gd name="csY2" fmla="*/ 158350 h 186811"/>
                <a:gd name="csX3" fmla="*/ 3 w 192290"/>
                <a:gd name="csY3" fmla="*/ 27970 h 186811"/>
                <a:gd name="csX4" fmla="*/ 29083 w 192290"/>
                <a:gd name="csY4" fmla="*/ 15 h 186811"/>
                <a:gd name="csX5" fmla="*/ 162549 w 192290"/>
                <a:gd name="csY5" fmla="*/ 0 h 186811"/>
                <a:gd name="csX6" fmla="*/ 192290 w 192290"/>
                <a:gd name="csY6" fmla="*/ 32567 h 186811"/>
                <a:gd name="csX7" fmla="*/ 192257 w 192290"/>
                <a:gd name="csY7" fmla="*/ 153677 h 186811"/>
                <a:gd name="csX8" fmla="*/ 164774 w 192290"/>
                <a:gd name="csY8" fmla="*/ 186811 h 186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2290" h="186811">
                  <a:moveTo>
                    <a:pt x="164774" y="186811"/>
                  </a:moveTo>
                  <a:lnTo>
                    <a:pt x="29155" y="186441"/>
                  </a:lnTo>
                  <a:cubicBezTo>
                    <a:pt x="13402" y="186398"/>
                    <a:pt x="0" y="173901"/>
                    <a:pt x="0" y="158350"/>
                  </a:cubicBezTo>
                  <a:lnTo>
                    <a:pt x="3" y="27970"/>
                  </a:lnTo>
                  <a:cubicBezTo>
                    <a:pt x="3" y="12441"/>
                    <a:pt x="13292" y="17"/>
                    <a:pt x="29083" y="15"/>
                  </a:cubicBezTo>
                  <a:lnTo>
                    <a:pt x="162549" y="0"/>
                  </a:lnTo>
                  <a:cubicBezTo>
                    <a:pt x="181398" y="-2"/>
                    <a:pt x="192295" y="15232"/>
                    <a:pt x="192290" y="32567"/>
                  </a:cubicBezTo>
                  <a:lnTo>
                    <a:pt x="192257" y="153677"/>
                  </a:lnTo>
                  <a:cubicBezTo>
                    <a:pt x="192253" y="169854"/>
                    <a:pt x="183741" y="183280"/>
                    <a:pt x="164774" y="186811"/>
                  </a:cubicBezTo>
                  <a:close/>
                </a:path>
              </a:pathLst>
            </a:custGeom>
            <a:solidFill>
              <a:srgbClr val="A5A5A5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8DEB7274-E95B-CCBC-4F13-6148132C28CE}"/>
                </a:ext>
              </a:extLst>
            </p:cNvPr>
            <p:cNvSpPr/>
            <p:nvPr/>
          </p:nvSpPr>
          <p:spPr>
            <a:xfrm>
              <a:off x="1949585" y="539885"/>
              <a:ext cx="190354" cy="184719"/>
            </a:xfrm>
            <a:custGeom>
              <a:avLst/>
              <a:gdLst>
                <a:gd name="csX0" fmla="*/ 163827 w 190354"/>
                <a:gd name="csY0" fmla="*/ 184358 h 184719"/>
                <a:gd name="csX1" fmla="*/ 28678 w 190354"/>
                <a:gd name="csY1" fmla="*/ 184719 h 184719"/>
                <a:gd name="csX2" fmla="*/ 3 w 190354"/>
                <a:gd name="csY2" fmla="*/ 157286 h 184719"/>
                <a:gd name="csX3" fmla="*/ 0 w 190354"/>
                <a:gd name="csY3" fmla="*/ 27456 h 184719"/>
                <a:gd name="csX4" fmla="*/ 28663 w 190354"/>
                <a:gd name="csY4" fmla="*/ 0 h 184719"/>
                <a:gd name="csX5" fmla="*/ 161691 w 190354"/>
                <a:gd name="csY5" fmla="*/ 1 h 184719"/>
                <a:gd name="csX6" fmla="*/ 190351 w 190354"/>
                <a:gd name="csY6" fmla="*/ 27447 h 184719"/>
                <a:gd name="csX7" fmla="*/ 190355 w 190354"/>
                <a:gd name="csY7" fmla="*/ 157340 h 184719"/>
                <a:gd name="csX8" fmla="*/ 163827 w 190354"/>
                <a:gd name="csY8" fmla="*/ 184358 h 184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4" h="184719">
                  <a:moveTo>
                    <a:pt x="163827" y="184358"/>
                  </a:moveTo>
                  <a:lnTo>
                    <a:pt x="28678" y="184719"/>
                  </a:lnTo>
                  <a:cubicBezTo>
                    <a:pt x="12514" y="184762"/>
                    <a:pt x="1037" y="172259"/>
                    <a:pt x="3" y="157286"/>
                  </a:cubicBezTo>
                  <a:lnTo>
                    <a:pt x="0" y="27456"/>
                  </a:lnTo>
                  <a:cubicBezTo>
                    <a:pt x="1012" y="12377"/>
                    <a:pt x="12523" y="0"/>
                    <a:pt x="28663" y="0"/>
                  </a:cubicBezTo>
                  <a:lnTo>
                    <a:pt x="161691" y="1"/>
                  </a:lnTo>
                  <a:cubicBezTo>
                    <a:pt x="177827" y="2"/>
                    <a:pt x="189306" y="12404"/>
                    <a:pt x="190351" y="27447"/>
                  </a:cubicBezTo>
                  <a:lnTo>
                    <a:pt x="190355" y="157340"/>
                  </a:lnTo>
                  <a:cubicBezTo>
                    <a:pt x="189345" y="169977"/>
                    <a:pt x="180323" y="184314"/>
                    <a:pt x="163827" y="184358"/>
                  </a:cubicBezTo>
                  <a:close/>
                </a:path>
              </a:pathLst>
            </a:custGeom>
            <a:solidFill>
              <a:srgbClr val="01A47C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AE28DCDC-1041-7286-87AA-C4DA1519647D}"/>
                </a:ext>
              </a:extLst>
            </p:cNvPr>
            <p:cNvSpPr/>
            <p:nvPr/>
          </p:nvSpPr>
          <p:spPr>
            <a:xfrm>
              <a:off x="2661739" y="538768"/>
              <a:ext cx="193515" cy="187560"/>
            </a:xfrm>
            <a:custGeom>
              <a:avLst/>
              <a:gdLst>
                <a:gd name="csX0" fmla="*/ 158824 w 193515"/>
                <a:gd name="csY0" fmla="*/ 187561 h 187560"/>
                <a:gd name="csX1" fmla="*/ 34429 w 193515"/>
                <a:gd name="csY1" fmla="*/ 187535 h 187560"/>
                <a:gd name="csX2" fmla="*/ 0 w 193515"/>
                <a:gd name="csY2" fmla="*/ 154040 h 187560"/>
                <a:gd name="csX3" fmla="*/ 28 w 193515"/>
                <a:gd name="csY3" fmla="*/ 32796 h 187560"/>
                <a:gd name="csX4" fmla="*/ 29682 w 193515"/>
                <a:gd name="csY4" fmla="*/ 236 h 187560"/>
                <a:gd name="csX5" fmla="*/ 167740 w 193515"/>
                <a:gd name="csY5" fmla="*/ 0 h 187560"/>
                <a:gd name="csX6" fmla="*/ 193482 w 193515"/>
                <a:gd name="csY6" fmla="*/ 33068 h 187560"/>
                <a:gd name="csX7" fmla="*/ 193515 w 193515"/>
                <a:gd name="csY7" fmla="*/ 153845 h 187560"/>
                <a:gd name="csX8" fmla="*/ 158824 w 193515"/>
                <a:gd name="csY8" fmla="*/ 187561 h 187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3515" h="187560">
                  <a:moveTo>
                    <a:pt x="158824" y="187561"/>
                  </a:moveTo>
                  <a:lnTo>
                    <a:pt x="34429" y="187535"/>
                  </a:lnTo>
                  <a:cubicBezTo>
                    <a:pt x="13520" y="187531"/>
                    <a:pt x="-5" y="174472"/>
                    <a:pt x="0" y="154040"/>
                  </a:cubicBezTo>
                  <a:lnTo>
                    <a:pt x="28" y="32796"/>
                  </a:lnTo>
                  <a:cubicBezTo>
                    <a:pt x="32" y="15491"/>
                    <a:pt x="10796" y="268"/>
                    <a:pt x="29682" y="236"/>
                  </a:cubicBezTo>
                  <a:lnTo>
                    <a:pt x="167740" y="0"/>
                  </a:lnTo>
                  <a:cubicBezTo>
                    <a:pt x="184522" y="3439"/>
                    <a:pt x="193477" y="16672"/>
                    <a:pt x="193482" y="33068"/>
                  </a:cubicBezTo>
                  <a:lnTo>
                    <a:pt x="193515" y="153845"/>
                  </a:lnTo>
                  <a:cubicBezTo>
                    <a:pt x="193521" y="174213"/>
                    <a:pt x="179670" y="187565"/>
                    <a:pt x="158824" y="187561"/>
                  </a:cubicBezTo>
                  <a:close/>
                </a:path>
              </a:pathLst>
            </a:custGeom>
            <a:solidFill>
              <a:srgbClr val="BBBBBB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233BF9F-8322-41C1-C2FE-C141EE80CF35}"/>
                </a:ext>
              </a:extLst>
            </p:cNvPr>
            <p:cNvSpPr/>
            <p:nvPr/>
          </p:nvSpPr>
          <p:spPr>
            <a:xfrm>
              <a:off x="2187451" y="539913"/>
              <a:ext cx="190354" cy="184692"/>
            </a:xfrm>
            <a:custGeom>
              <a:avLst/>
              <a:gdLst>
                <a:gd name="csX0" fmla="*/ 163829 w 190354"/>
                <a:gd name="csY0" fmla="*/ 184328 h 184692"/>
                <a:gd name="csX1" fmla="*/ 28676 w 190354"/>
                <a:gd name="csY1" fmla="*/ 184692 h 184692"/>
                <a:gd name="csX2" fmla="*/ 2 w 190354"/>
                <a:gd name="csY2" fmla="*/ 157262 h 184692"/>
                <a:gd name="csX3" fmla="*/ 0 w 190354"/>
                <a:gd name="csY3" fmla="*/ 27430 h 184692"/>
                <a:gd name="csX4" fmla="*/ 28670 w 190354"/>
                <a:gd name="csY4" fmla="*/ 2 h 184692"/>
                <a:gd name="csX5" fmla="*/ 161687 w 190354"/>
                <a:gd name="csY5" fmla="*/ 0 h 184692"/>
                <a:gd name="csX6" fmla="*/ 190353 w 190354"/>
                <a:gd name="csY6" fmla="*/ 27420 h 184692"/>
                <a:gd name="csX7" fmla="*/ 190354 w 190354"/>
                <a:gd name="csY7" fmla="*/ 157313 h 184692"/>
                <a:gd name="csX8" fmla="*/ 163829 w 190354"/>
                <a:gd name="csY8" fmla="*/ 184328 h 184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4" h="184692">
                  <a:moveTo>
                    <a:pt x="163829" y="184328"/>
                  </a:moveTo>
                  <a:lnTo>
                    <a:pt x="28676" y="184692"/>
                  </a:lnTo>
                  <a:cubicBezTo>
                    <a:pt x="12526" y="184736"/>
                    <a:pt x="1071" y="172207"/>
                    <a:pt x="2" y="157262"/>
                  </a:cubicBezTo>
                  <a:lnTo>
                    <a:pt x="0" y="27430"/>
                  </a:lnTo>
                  <a:cubicBezTo>
                    <a:pt x="1031" y="12357"/>
                    <a:pt x="12531" y="2"/>
                    <a:pt x="28670" y="2"/>
                  </a:cubicBezTo>
                  <a:lnTo>
                    <a:pt x="161687" y="0"/>
                  </a:lnTo>
                  <a:cubicBezTo>
                    <a:pt x="177824" y="0"/>
                    <a:pt x="189285" y="12379"/>
                    <a:pt x="190353" y="27420"/>
                  </a:cubicBezTo>
                  <a:lnTo>
                    <a:pt x="190354" y="157313"/>
                  </a:lnTo>
                  <a:cubicBezTo>
                    <a:pt x="189312" y="169929"/>
                    <a:pt x="180317" y="184283"/>
                    <a:pt x="163829" y="184328"/>
                  </a:cubicBezTo>
                  <a:close/>
                </a:path>
              </a:pathLst>
            </a:custGeom>
            <a:solidFill>
              <a:srgbClr val="585858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5BE8B57-7A33-BF6D-5D45-8D182C9B8F63}"/>
                </a:ext>
              </a:extLst>
            </p:cNvPr>
            <p:cNvSpPr/>
            <p:nvPr/>
          </p:nvSpPr>
          <p:spPr>
            <a:xfrm>
              <a:off x="522386" y="539885"/>
              <a:ext cx="190356" cy="184714"/>
            </a:xfrm>
            <a:custGeom>
              <a:avLst/>
              <a:gdLst>
                <a:gd name="csX0" fmla="*/ 163831 w 190356"/>
                <a:gd name="csY0" fmla="*/ 184359 h 184714"/>
                <a:gd name="csX1" fmla="*/ 28680 w 190356"/>
                <a:gd name="csY1" fmla="*/ 184715 h 184714"/>
                <a:gd name="csX2" fmla="*/ 4 w 190356"/>
                <a:gd name="csY2" fmla="*/ 157290 h 184714"/>
                <a:gd name="csX3" fmla="*/ 0 w 190356"/>
                <a:gd name="csY3" fmla="*/ 27456 h 184714"/>
                <a:gd name="csX4" fmla="*/ 28663 w 190356"/>
                <a:gd name="csY4" fmla="*/ 0 h 184714"/>
                <a:gd name="csX5" fmla="*/ 161688 w 190356"/>
                <a:gd name="csY5" fmla="*/ 12 h 184714"/>
                <a:gd name="csX6" fmla="*/ 190351 w 190356"/>
                <a:gd name="csY6" fmla="*/ 27445 h 184714"/>
                <a:gd name="csX7" fmla="*/ 190357 w 190356"/>
                <a:gd name="csY7" fmla="*/ 157343 h 184714"/>
                <a:gd name="csX8" fmla="*/ 163831 w 190356"/>
                <a:gd name="csY8" fmla="*/ 184359 h 184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6" h="184714">
                  <a:moveTo>
                    <a:pt x="163831" y="184359"/>
                  </a:moveTo>
                  <a:lnTo>
                    <a:pt x="28680" y="184715"/>
                  </a:lnTo>
                  <a:cubicBezTo>
                    <a:pt x="12523" y="184757"/>
                    <a:pt x="1033" y="172251"/>
                    <a:pt x="4" y="157290"/>
                  </a:cubicBezTo>
                  <a:lnTo>
                    <a:pt x="0" y="27456"/>
                  </a:lnTo>
                  <a:cubicBezTo>
                    <a:pt x="1030" y="12391"/>
                    <a:pt x="12528" y="-1"/>
                    <a:pt x="28663" y="0"/>
                  </a:cubicBezTo>
                  <a:lnTo>
                    <a:pt x="161688" y="12"/>
                  </a:lnTo>
                  <a:cubicBezTo>
                    <a:pt x="177819" y="14"/>
                    <a:pt x="189315" y="12409"/>
                    <a:pt x="190351" y="27445"/>
                  </a:cubicBezTo>
                  <a:lnTo>
                    <a:pt x="190357" y="157343"/>
                  </a:lnTo>
                  <a:cubicBezTo>
                    <a:pt x="189323" y="169959"/>
                    <a:pt x="180315" y="184315"/>
                    <a:pt x="163831" y="184359"/>
                  </a:cubicBezTo>
                  <a:close/>
                </a:path>
              </a:pathLst>
            </a:custGeom>
            <a:solidFill>
              <a:srgbClr val="F9550B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30F4581-B8C4-FB2B-CED7-6F3F44FC78BB}"/>
                </a:ext>
              </a:extLst>
            </p:cNvPr>
            <p:cNvSpPr/>
            <p:nvPr/>
          </p:nvSpPr>
          <p:spPr>
            <a:xfrm>
              <a:off x="998121" y="539900"/>
              <a:ext cx="190353" cy="184704"/>
            </a:xfrm>
            <a:custGeom>
              <a:avLst/>
              <a:gdLst>
                <a:gd name="csX0" fmla="*/ 163826 w 190353"/>
                <a:gd name="csY0" fmla="*/ 184342 h 184704"/>
                <a:gd name="csX1" fmla="*/ 28675 w 190353"/>
                <a:gd name="csY1" fmla="*/ 184704 h 184704"/>
                <a:gd name="csX2" fmla="*/ 0 w 190353"/>
                <a:gd name="csY2" fmla="*/ 157273 h 184704"/>
                <a:gd name="csX3" fmla="*/ 0 w 190353"/>
                <a:gd name="csY3" fmla="*/ 27446 h 184704"/>
                <a:gd name="csX4" fmla="*/ 28667 w 190353"/>
                <a:gd name="csY4" fmla="*/ 0 h 184704"/>
                <a:gd name="csX5" fmla="*/ 161687 w 190353"/>
                <a:gd name="csY5" fmla="*/ 2 h 184704"/>
                <a:gd name="csX6" fmla="*/ 190351 w 190353"/>
                <a:gd name="csY6" fmla="*/ 27432 h 184704"/>
                <a:gd name="csX7" fmla="*/ 190354 w 190353"/>
                <a:gd name="csY7" fmla="*/ 157327 h 184704"/>
                <a:gd name="csX8" fmla="*/ 163826 w 190353"/>
                <a:gd name="csY8" fmla="*/ 184342 h 18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3" h="184704">
                  <a:moveTo>
                    <a:pt x="163826" y="184342"/>
                  </a:moveTo>
                  <a:lnTo>
                    <a:pt x="28675" y="184704"/>
                  </a:lnTo>
                  <a:cubicBezTo>
                    <a:pt x="12519" y="184748"/>
                    <a:pt x="1051" y="172230"/>
                    <a:pt x="0" y="157273"/>
                  </a:cubicBezTo>
                  <a:lnTo>
                    <a:pt x="0" y="27446"/>
                  </a:lnTo>
                  <a:cubicBezTo>
                    <a:pt x="1004" y="12341"/>
                    <a:pt x="12510" y="0"/>
                    <a:pt x="28667" y="0"/>
                  </a:cubicBezTo>
                  <a:lnTo>
                    <a:pt x="161687" y="2"/>
                  </a:lnTo>
                  <a:cubicBezTo>
                    <a:pt x="177824" y="2"/>
                    <a:pt x="189297" y="12388"/>
                    <a:pt x="190351" y="27432"/>
                  </a:cubicBezTo>
                  <a:lnTo>
                    <a:pt x="190354" y="157327"/>
                  </a:lnTo>
                  <a:cubicBezTo>
                    <a:pt x="189345" y="169955"/>
                    <a:pt x="180315" y="184297"/>
                    <a:pt x="163826" y="184342"/>
                  </a:cubicBezTo>
                  <a:close/>
                </a:path>
              </a:pathLst>
            </a:custGeom>
            <a:solidFill>
              <a:srgbClr val="C35701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91DC6AA1-CA3A-CBEE-B066-F5C4129CB0B4}"/>
                </a:ext>
              </a:extLst>
            </p:cNvPr>
            <p:cNvSpPr/>
            <p:nvPr/>
          </p:nvSpPr>
          <p:spPr>
            <a:xfrm>
              <a:off x="760254" y="539900"/>
              <a:ext cx="190353" cy="184704"/>
            </a:xfrm>
            <a:custGeom>
              <a:avLst/>
              <a:gdLst>
                <a:gd name="csX0" fmla="*/ 163826 w 190353"/>
                <a:gd name="csY0" fmla="*/ 184342 h 184704"/>
                <a:gd name="csX1" fmla="*/ 28675 w 190353"/>
                <a:gd name="csY1" fmla="*/ 184704 h 184704"/>
                <a:gd name="csX2" fmla="*/ 0 w 190353"/>
                <a:gd name="csY2" fmla="*/ 157273 h 184704"/>
                <a:gd name="csX3" fmla="*/ 0 w 190353"/>
                <a:gd name="csY3" fmla="*/ 27446 h 184704"/>
                <a:gd name="csX4" fmla="*/ 28667 w 190353"/>
                <a:gd name="csY4" fmla="*/ 0 h 184704"/>
                <a:gd name="csX5" fmla="*/ 161687 w 190353"/>
                <a:gd name="csY5" fmla="*/ 2 h 184704"/>
                <a:gd name="csX6" fmla="*/ 190351 w 190353"/>
                <a:gd name="csY6" fmla="*/ 27432 h 184704"/>
                <a:gd name="csX7" fmla="*/ 190354 w 190353"/>
                <a:gd name="csY7" fmla="*/ 157327 h 184704"/>
                <a:gd name="csX8" fmla="*/ 163826 w 190353"/>
                <a:gd name="csY8" fmla="*/ 184342 h 18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0353" h="184704">
                  <a:moveTo>
                    <a:pt x="163826" y="184342"/>
                  </a:moveTo>
                  <a:lnTo>
                    <a:pt x="28675" y="184704"/>
                  </a:lnTo>
                  <a:cubicBezTo>
                    <a:pt x="12519" y="184748"/>
                    <a:pt x="1051" y="172230"/>
                    <a:pt x="0" y="157273"/>
                  </a:cubicBezTo>
                  <a:lnTo>
                    <a:pt x="0" y="27446"/>
                  </a:lnTo>
                  <a:cubicBezTo>
                    <a:pt x="1004" y="12341"/>
                    <a:pt x="12510" y="0"/>
                    <a:pt x="28667" y="0"/>
                  </a:cubicBezTo>
                  <a:lnTo>
                    <a:pt x="161687" y="2"/>
                  </a:lnTo>
                  <a:cubicBezTo>
                    <a:pt x="177824" y="2"/>
                    <a:pt x="189297" y="12388"/>
                    <a:pt x="190351" y="27432"/>
                  </a:cubicBezTo>
                  <a:lnTo>
                    <a:pt x="190354" y="157327"/>
                  </a:lnTo>
                  <a:cubicBezTo>
                    <a:pt x="189345" y="169955"/>
                    <a:pt x="180315" y="184297"/>
                    <a:pt x="163826" y="184342"/>
                  </a:cubicBezTo>
                  <a:close/>
                </a:path>
              </a:pathLst>
            </a:custGeom>
            <a:solidFill>
              <a:srgbClr val="000063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32C20C08-B9B4-81EE-B36D-ED833772C010}"/>
                </a:ext>
              </a:extLst>
            </p:cNvPr>
            <p:cNvSpPr/>
            <p:nvPr/>
          </p:nvSpPr>
          <p:spPr>
            <a:xfrm>
              <a:off x="2899779" y="538768"/>
              <a:ext cx="193515" cy="187560"/>
            </a:xfrm>
            <a:custGeom>
              <a:avLst/>
              <a:gdLst>
                <a:gd name="csX0" fmla="*/ 158824 w 193515"/>
                <a:gd name="csY0" fmla="*/ 187561 h 187560"/>
                <a:gd name="csX1" fmla="*/ 34429 w 193515"/>
                <a:gd name="csY1" fmla="*/ 187535 h 187560"/>
                <a:gd name="csX2" fmla="*/ 0 w 193515"/>
                <a:gd name="csY2" fmla="*/ 154040 h 187560"/>
                <a:gd name="csX3" fmla="*/ 28 w 193515"/>
                <a:gd name="csY3" fmla="*/ 32796 h 187560"/>
                <a:gd name="csX4" fmla="*/ 29682 w 193515"/>
                <a:gd name="csY4" fmla="*/ 236 h 187560"/>
                <a:gd name="csX5" fmla="*/ 167740 w 193515"/>
                <a:gd name="csY5" fmla="*/ 0 h 187560"/>
                <a:gd name="csX6" fmla="*/ 193482 w 193515"/>
                <a:gd name="csY6" fmla="*/ 33068 h 187560"/>
                <a:gd name="csX7" fmla="*/ 193515 w 193515"/>
                <a:gd name="csY7" fmla="*/ 153845 h 187560"/>
                <a:gd name="csX8" fmla="*/ 158824 w 193515"/>
                <a:gd name="csY8" fmla="*/ 187561 h 1875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3515" h="187560">
                  <a:moveTo>
                    <a:pt x="158824" y="187561"/>
                  </a:moveTo>
                  <a:lnTo>
                    <a:pt x="34429" y="187535"/>
                  </a:lnTo>
                  <a:cubicBezTo>
                    <a:pt x="13520" y="187531"/>
                    <a:pt x="-5" y="174472"/>
                    <a:pt x="0" y="154040"/>
                  </a:cubicBezTo>
                  <a:lnTo>
                    <a:pt x="28" y="32796"/>
                  </a:lnTo>
                  <a:cubicBezTo>
                    <a:pt x="32" y="15491"/>
                    <a:pt x="10796" y="268"/>
                    <a:pt x="29682" y="236"/>
                  </a:cubicBezTo>
                  <a:lnTo>
                    <a:pt x="167740" y="0"/>
                  </a:lnTo>
                  <a:cubicBezTo>
                    <a:pt x="184522" y="3439"/>
                    <a:pt x="193477" y="16672"/>
                    <a:pt x="193482" y="33068"/>
                  </a:cubicBezTo>
                  <a:lnTo>
                    <a:pt x="193515" y="153845"/>
                  </a:lnTo>
                  <a:cubicBezTo>
                    <a:pt x="193521" y="174213"/>
                    <a:pt x="179670" y="187565"/>
                    <a:pt x="158824" y="187561"/>
                  </a:cubicBezTo>
                  <a:close/>
                </a:path>
              </a:pathLst>
            </a:custGeom>
            <a:solidFill>
              <a:srgbClr val="D3D3D3"/>
            </a:solidFill>
            <a:ln w="949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761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315</Words>
  <Application>Microsoft Macintosh PowerPoint</Application>
  <PresentationFormat>Widescreen</PresentationFormat>
  <Paragraphs>135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 Data Vis Palette</dc:title>
  <dc:subject>PptxGenJS Presentation</dc:subject>
  <dc:creator>PptxGenJS</dc:creator>
  <cp:lastModifiedBy>Web 1</cp:lastModifiedBy>
  <cp:revision>4</cp:revision>
  <dcterms:created xsi:type="dcterms:W3CDTF">2026-04-11T06:08:21Z</dcterms:created>
  <dcterms:modified xsi:type="dcterms:W3CDTF">2026-04-11T07:43:06Z</dcterms:modified>
</cp:coreProperties>
</file>